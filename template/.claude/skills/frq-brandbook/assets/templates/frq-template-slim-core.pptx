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5"/>
  </p:sldMasterIdLst>
  <p:notesMasterIdLst>
    <p:notesMasterId r:id="rId72"/>
  </p:notesMasterIdLst>
  <p:handoutMasterIdLst>
    <p:handoutMasterId r:id="rId73"/>
  </p:handoutMasterIdLst>
  <p:sldIdLst/>
  <p:sldSz cx="9144000" cy="5143500" type="screen16x9"/>
  <p:notesSz cx="6888163" cy="10020300"/>
  <p:custDataLst>
    <p:tags r:id="rId74"/>
  </p:custDataLst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0464810-3878-4CEA-BC62-D978BF740538}">
          <p14:sldIdLst>
            <p14:sldId id="262"/>
          </p14:sldIdLst>
        </p14:section>
        <p14:section name="Tips &amp; tricks" id="{A7F3A655-58F6-42BC-8B0B-D185A4A45518}">
          <p14:sldIdLst>
            <p14:sldId id="598"/>
            <p14:sldId id="299"/>
            <p14:sldId id="333"/>
            <p14:sldId id="599"/>
            <p14:sldId id="273"/>
            <p14:sldId id="319"/>
            <p14:sldId id="585"/>
            <p14:sldId id="297"/>
            <p14:sldId id="332"/>
            <p14:sldId id="586"/>
            <p14:sldId id="360"/>
            <p14:sldId id="331"/>
            <p14:sldId id="334"/>
            <p14:sldId id="351"/>
          </p14:sldIdLst>
        </p14:section>
        <p14:section name="Speaker intro" id="{1996A89B-23DE-434B-A1F0-70F3DFD7F5A7}">
          <p14:sldIdLst>
            <p14:sldId id="612"/>
          </p14:sldIdLst>
        </p14:section>
        <p14:section name="Agenda" id="{3E8083F3-CE14-4955-BBE8-4D22EFB3198E}">
          <p14:sldIdLst>
            <p14:sldId id="582"/>
            <p14:sldId id="281"/>
            <p14:sldId id="607"/>
            <p14:sldId id="2147473210"/>
            <p14:sldId id="295"/>
            <p14:sldId id="608"/>
          </p14:sldIdLst>
        </p14:section>
        <p14:section name="Online Conference example" id="{2FB0E881-A473-428A-88F1-14EC3D025D47}">
          <p14:sldIdLst>
            <p14:sldId id="2147473214"/>
            <p14:sldId id="1994"/>
            <p14:sldId id="1989"/>
            <p14:sldId id="2147473211"/>
            <p14:sldId id="2028"/>
            <p14:sldId id="2032"/>
            <p14:sldId id="2005"/>
            <p14:sldId id="2147473213"/>
            <p14:sldId id="2020"/>
            <p14:sldId id="2070"/>
          </p14:sldIdLst>
        </p14:section>
        <p14:section name="Tables, org charts, roadmaps" id="{087DFB69-BD49-4CDE-84ED-11CD708436C7}">
          <p14:sldIdLst>
            <p14:sldId id="310"/>
            <p14:sldId id="584"/>
            <p14:sldId id="300"/>
            <p14:sldId id="278"/>
          </p14:sldIdLst>
        </p14:section>
        <p14:section name="Processes" id="{BC27DDD7-730A-4CFA-8F3B-ED928B051603}">
          <p14:sldIdLst>
            <p14:sldId id="587"/>
            <p14:sldId id="282"/>
            <p14:sldId id="611"/>
            <p14:sldId id="321"/>
            <p14:sldId id="328"/>
            <p14:sldId id="298"/>
          </p14:sldIdLst>
        </p14:section>
        <p14:section name="Timelines" id="{A90C0DE8-A880-4B82-B242-51CFB83C9F35}">
          <p14:sldIdLst>
            <p14:sldId id="583"/>
            <p14:sldId id="303"/>
            <p14:sldId id="279"/>
          </p14:sldIdLst>
        </p14:section>
        <p14:section name="Roadmaps" id="{62DDEB0B-D516-4536-A1FD-96B0158D01C4}">
          <p14:sldIdLst>
            <p14:sldId id="610"/>
            <p14:sldId id="312"/>
            <p14:sldId id="301"/>
          </p14:sldIdLst>
        </p14:section>
        <p14:section name="Maps" id="{51335265-0A42-4261-A724-733A50E7EF3D}">
          <p14:sldIdLst>
            <p14:sldId id="588"/>
            <p14:sldId id="277"/>
            <p14:sldId id="266"/>
            <p14:sldId id="589"/>
            <p14:sldId id="268"/>
            <p14:sldId id="594"/>
            <p14:sldId id="613"/>
            <p14:sldId id="590"/>
            <p14:sldId id="604"/>
            <p14:sldId id="592"/>
          </p14:sldIdLst>
        </p14:section>
        <p14:section name="Graphics" id="{4E3C98B9-56A8-4DB8-BA35-396227F97C46}">
          <p14:sldIdLst>
            <p14:sldId id="296"/>
            <p14:sldId id="275"/>
            <p14:sldId id="322"/>
            <p14:sldId id="324"/>
            <p14:sldId id="302"/>
            <p14:sldId id="335"/>
            <p14:sldId id="327"/>
            <p14:sldId id="2147473212"/>
          </p14:sldIdLst>
        </p14:section>
        <p14:section name="Default Section" id="{8D24137A-A393-4649-97DF-14B2F802F62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3" orient="horz" pos="327" userDrawn="1">
          <p15:clr>
            <a:srgbClr val="A4A3A4"/>
          </p15:clr>
        </p15:guide>
        <p15:guide id="4" orient="horz" pos="214" userDrawn="1">
          <p15:clr>
            <a:srgbClr val="A4A3A4"/>
          </p15:clr>
        </p15:guide>
        <p15:guide id="5" pos="2540" userDrawn="1">
          <p15:clr>
            <a:srgbClr val="A4A3A4"/>
          </p15:clr>
        </p15:guide>
        <p15:guide id="8" pos="2494" userDrawn="1">
          <p15:clr>
            <a:srgbClr val="A4A3A4"/>
          </p15:clr>
        </p15:guide>
        <p15:guide id="9" pos="90" userDrawn="1">
          <p15:clr>
            <a:srgbClr val="A4A3A4"/>
          </p15:clr>
        </p15:guide>
        <p15:guide id="10" pos="33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5547D"/>
    <a:srgbClr val="282F4D"/>
    <a:srgbClr val="ECF1F6"/>
    <a:srgbClr val="ECF3F8"/>
    <a:srgbClr val="E3EEF9"/>
    <a:srgbClr val="F9F8F7"/>
    <a:srgbClr val="E2DDDA"/>
    <a:srgbClr val="6D8FB2"/>
    <a:srgbClr val="6788B3"/>
    <a:srgbClr val="2C8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373" autoAdjust="0"/>
  </p:normalViewPr>
  <p:slideViewPr>
    <p:cSldViewPr snapToObjects="1" showGuides="1">
      <p:cViewPr varScale="1">
        <p:scale>
          <a:sx n="109" d="100"/>
          <a:sy n="109" d="100"/>
        </p:scale>
        <p:origin x="734" y="62"/>
      </p:cViewPr>
      <p:guideLst>
        <p:guide orient="horz" pos="1620"/>
        <p:guide orient="horz" pos="327"/>
        <p:guide orient="horz" pos="214"/>
        <p:guide pos="2540"/>
        <p:guide pos="2494"/>
        <p:guide pos="90"/>
        <p:guide pos="33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107" d="100"/>
          <a:sy n="107" d="100"/>
        </p:scale>
        <p:origin x="5244" y="126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1.xml"/><Relationship Id="rId72" Type="http://schemas.openxmlformats.org/officeDocument/2006/relationships/notesMaster" Target="notesMasters/notesMaster1.xml"/><Relationship Id="rId73" Type="http://schemas.openxmlformats.org/officeDocument/2006/relationships/handoutMaster" Target="handoutMasters/handoutMaster1.xml"/><Relationship Id="rId74" Type="http://schemas.openxmlformats.org/officeDocument/2006/relationships/tags" Target="tags/tag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GB" sz="1100">
              <a:solidFill>
                <a:schemeClr val="tx2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D4090536-FFCD-43F5-A36F-EDE48E49B14A}" type="datetimeFigureOut">
              <a:rPr lang="en-GB" sz="1100">
                <a:solidFill>
                  <a:schemeClr val="tx2"/>
                </a:solidFill>
              </a:rPr>
              <a:t>07/10/2026</a:t>
            </a:fld>
            <a:endParaRPr lang="en-GB" sz="1100">
              <a:solidFill>
                <a:schemeClr val="tx2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GB" sz="1100" dirty="0">
              <a:solidFill>
                <a:schemeClr val="tx2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49F96C0-3A78-47EC-895F-33F82BCC29FA}" type="slidenum">
              <a:rPr lang="en-GB" sz="1100">
                <a:solidFill>
                  <a:schemeClr val="tx2"/>
                </a:solidFill>
              </a:rPr>
              <a:t>‹#›</a:t>
            </a:fld>
            <a:endParaRPr lang="en-GB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243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1787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65136" y="4759643"/>
            <a:ext cx="6157891" cy="450913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84130"/>
            <a:ext cx="2984871" cy="234431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1698" y="9784130"/>
            <a:ext cx="2984871" cy="234431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3B6CE302-5090-42BC-ABE1-5F69144E40D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21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kern="1200">
        <a:solidFill>
          <a:schemeClr val="bg2"/>
        </a:solidFill>
        <a:latin typeface="+mn-lt"/>
        <a:ea typeface="+mn-ea"/>
        <a:cs typeface="+mn-cs"/>
      </a:defRPr>
    </a:lvl1pPr>
    <a:lvl2pPr marL="355591" indent="-177796" algn="l" defTabSz="914378" rtl="0" eaLnBrk="1" latinLnBrk="0" hangingPunct="1">
      <a:defRPr sz="1200" kern="1200">
        <a:solidFill>
          <a:schemeClr val="bg2"/>
        </a:solidFill>
        <a:latin typeface="+mn-lt"/>
        <a:ea typeface="+mn-ea"/>
        <a:cs typeface="+mn-cs"/>
      </a:defRPr>
    </a:lvl2pPr>
    <a:lvl3pPr marL="534975" indent="-179384" algn="l" defTabSz="914378" rtl="0" eaLnBrk="1" latinLnBrk="0" hangingPunct="1">
      <a:defRPr sz="1200" kern="1200">
        <a:solidFill>
          <a:schemeClr val="bg2"/>
        </a:solidFill>
        <a:latin typeface="+mn-lt"/>
        <a:ea typeface="+mn-ea"/>
        <a:cs typeface="+mn-cs"/>
      </a:defRPr>
    </a:lvl3pPr>
    <a:lvl4pPr marL="712770" indent="-177796" algn="l" defTabSz="914378" rtl="0" eaLnBrk="1" latinLnBrk="0" hangingPunct="1">
      <a:defRPr sz="1200" kern="1200">
        <a:solidFill>
          <a:schemeClr val="bg2"/>
        </a:solidFill>
        <a:latin typeface="+mn-lt"/>
        <a:ea typeface="+mn-ea"/>
        <a:cs typeface="+mn-cs"/>
      </a:defRPr>
    </a:lvl4pPr>
    <a:lvl5pPr marL="903266" indent="-190496" algn="l" defTabSz="914378" rtl="0" eaLnBrk="1" latinLnBrk="0" hangingPunct="1">
      <a:defRPr sz="1200" kern="1200">
        <a:solidFill>
          <a:schemeClr val="bg2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811BE622-DB65-3982-4CCA-2A7719CF031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105191" cy="4104000"/>
          </a:xfrm>
          <a:prstGeom prst="rect">
            <a:avLst/>
          </a:prstGeom>
          <a:blipFill>
            <a:blip r:embed="rId2"/>
            <a:stretch>
              <a:fillRect l="-42642" t="-7517" r="-10622" b="-45746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grpSp>
        <p:nvGrpSpPr>
          <p:cNvPr id="77" name="Gruppieren 63">
            <a:extLst>
              <a:ext uri="{FF2B5EF4-FFF2-40B4-BE49-F238E27FC236}">
                <a16:creationId xmlns:a16="http://schemas.microsoft.com/office/drawing/2014/main" id="{9727F507-BA04-3067-9E5F-1DD1993019D2}"/>
              </a:ext>
            </a:extLst>
          </p:cNvPr>
          <p:cNvGrpSpPr/>
          <p:nvPr userDrawn="1"/>
        </p:nvGrpSpPr>
        <p:grpSpPr>
          <a:xfrm>
            <a:off x="4239979" y="5250260"/>
            <a:ext cx="2960315" cy="405933"/>
            <a:chOff x="4239977" y="4643999"/>
            <a:chExt cx="2960315" cy="396002"/>
          </a:xfrm>
        </p:grpSpPr>
        <p:sp>
          <p:nvSpPr>
            <p:cNvPr id="78" name="&lt; forward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14F0FFC-2D23-3FBB-C4EF-3FD5E0986B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958892" y="4804666"/>
              <a:ext cx="93800" cy="99082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292" h="161924">
                  <a:moveTo>
                    <a:pt x="65408" y="0"/>
                  </a:moveTo>
                  <a:lnTo>
                    <a:pt x="90769" y="0"/>
                  </a:lnTo>
                  <a:lnTo>
                    <a:pt x="153292" y="80962"/>
                  </a:lnTo>
                  <a:lnTo>
                    <a:pt x="90769" y="161924"/>
                  </a:lnTo>
                  <a:lnTo>
                    <a:pt x="65408" y="161924"/>
                  </a:lnTo>
                  <a:lnTo>
                    <a:pt x="127931" y="80962"/>
                  </a:lnTo>
                  <a:close/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chemeClr val="accent1">
                    <a:alpha val="4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orward link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F7A1B73-F5C5-9EB8-E74C-A335465A1811}"/>
                </a:ext>
              </a:extLst>
            </p:cNvPr>
            <p:cNvSpPr/>
            <p:nvPr userDrawn="1"/>
          </p:nvSpPr>
          <p:spPr>
            <a:xfrm>
              <a:off x="6768292" y="4644001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80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80" name="Freihandform: Form 97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6BC2BD12-9673-B16D-96C1-547770FD9D6C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5711670" y="4804666"/>
              <a:ext cx="53776" cy="99082"/>
            </a:xfrm>
            <a:custGeom>
              <a:avLst/>
              <a:gdLst>
                <a:gd name="connsiteX0" fmla="*/ 23824 w 82557"/>
                <a:gd name="connsiteY0" fmla="*/ 0 h 152109"/>
                <a:gd name="connsiteX1" fmla="*/ 0 w 82557"/>
                <a:gd name="connsiteY1" fmla="*/ 0 h 152109"/>
                <a:gd name="connsiteX2" fmla="*/ 58734 w 82557"/>
                <a:gd name="connsiteY2" fmla="*/ 76055 h 152109"/>
                <a:gd name="connsiteX3" fmla="*/ 0 w 82557"/>
                <a:gd name="connsiteY3" fmla="*/ 152109 h 152109"/>
                <a:gd name="connsiteX4" fmla="*/ 23824 w 82557"/>
                <a:gd name="connsiteY4" fmla="*/ 152109 h 152109"/>
                <a:gd name="connsiteX5" fmla="*/ 82557 w 82557"/>
                <a:gd name="connsiteY5" fmla="*/ 76055 h 15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557" h="152109">
                  <a:moveTo>
                    <a:pt x="23824" y="0"/>
                  </a:moveTo>
                  <a:lnTo>
                    <a:pt x="0" y="0"/>
                  </a:lnTo>
                  <a:lnTo>
                    <a:pt x="58734" y="76055"/>
                  </a:lnTo>
                  <a:lnTo>
                    <a:pt x="0" y="152109"/>
                  </a:lnTo>
                  <a:lnTo>
                    <a:pt x="23824" y="152109"/>
                  </a:lnTo>
                  <a:lnTo>
                    <a:pt x="82557" y="7605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back link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7319A46B-708A-0EC1-76E9-AE7A3ABE87CF}"/>
                </a:ext>
              </a:extLst>
            </p:cNvPr>
            <p:cNvSpPr/>
            <p:nvPr userDrawn="1"/>
          </p:nvSpPr>
          <p:spPr>
            <a:xfrm>
              <a:off x="5522558" y="4643999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last visited</a:t>
              </a:r>
            </a:p>
          </p:txBody>
        </p:sp>
        <p:sp>
          <p:nvSpPr>
            <p:cNvPr id="82" name="back link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E99EFF0D-D18C-0B9A-8162-9183F45AEEF2}"/>
                </a:ext>
              </a:extLst>
            </p:cNvPr>
            <p:cNvSpPr/>
            <p:nvPr userDrawn="1"/>
          </p:nvSpPr>
          <p:spPr>
            <a:xfrm>
              <a:off x="4239977" y="4643999"/>
              <a:ext cx="1009433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close</a:t>
              </a:r>
            </a:p>
          </p:txBody>
        </p:sp>
      </p:grpSp>
      <p:sp>
        <p:nvSpPr>
          <p:cNvPr id="83" name="Rechteck 31">
            <a:extLst>
              <a:ext uri="{FF2B5EF4-FFF2-40B4-BE49-F238E27FC236}">
                <a16:creationId xmlns:a16="http://schemas.microsoft.com/office/drawing/2014/main" id="{01552E59-2A5D-09ED-2220-43C56C81D8C1}"/>
              </a:ext>
            </a:extLst>
          </p:cNvPr>
          <p:cNvSpPr>
            <a:spLocks noChangeAspect="1"/>
          </p:cNvSpPr>
          <p:nvPr userDrawn="1"/>
        </p:nvSpPr>
        <p:spPr>
          <a:xfrm>
            <a:off x="-1" y="3507854"/>
            <a:ext cx="9144000" cy="16356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grpSp>
        <p:nvGrpSpPr>
          <p:cNvPr id="84" name="Gruppieren 14">
            <a:extLst>
              <a:ext uri="{FF2B5EF4-FFF2-40B4-BE49-F238E27FC236}">
                <a16:creationId xmlns:a16="http://schemas.microsoft.com/office/drawing/2014/main" id="{E9789FE9-D24D-1C50-7E32-CBDD7532A83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230014" y="424757"/>
            <a:ext cx="2482186" cy="612179"/>
            <a:chOff x="-6480658" y="3564296"/>
            <a:chExt cx="10339200" cy="2534206"/>
          </a:xfrm>
          <a:solidFill>
            <a:schemeClr val="bg1"/>
          </a:solidFill>
        </p:grpSpPr>
        <p:sp>
          <p:nvSpPr>
            <p:cNvPr id="85" name="Freihandform: Form 15">
              <a:extLst>
                <a:ext uri="{FF2B5EF4-FFF2-40B4-BE49-F238E27FC236}">
                  <a16:creationId xmlns:a16="http://schemas.microsoft.com/office/drawing/2014/main" id="{5FBFBCF0-9913-262A-3D36-B6BF188C19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227290" y="5628626"/>
              <a:ext cx="6085831" cy="469876"/>
            </a:xfrm>
            <a:custGeom>
              <a:avLst/>
              <a:gdLst>
                <a:gd name="connsiteX0" fmla="*/ 2425896 w 6085831"/>
                <a:gd name="connsiteY0" fmla="*/ 74820 h 469876"/>
                <a:gd name="connsiteX1" fmla="*/ 2339468 w 6085831"/>
                <a:gd name="connsiteY1" fmla="*/ 318752 h 469876"/>
                <a:gd name="connsiteX2" fmla="*/ 2511185 w 6085831"/>
                <a:gd name="connsiteY2" fmla="*/ 318752 h 469876"/>
                <a:gd name="connsiteX3" fmla="*/ 1491950 w 6085831"/>
                <a:gd name="connsiteY3" fmla="*/ 74820 h 469876"/>
                <a:gd name="connsiteX4" fmla="*/ 1405522 w 6085831"/>
                <a:gd name="connsiteY4" fmla="*/ 318752 h 469876"/>
                <a:gd name="connsiteX5" fmla="*/ 1577239 w 6085831"/>
                <a:gd name="connsiteY5" fmla="*/ 318752 h 469876"/>
                <a:gd name="connsiteX6" fmla="*/ 5814145 w 6085831"/>
                <a:gd name="connsiteY6" fmla="*/ 48622 h 469876"/>
                <a:gd name="connsiteX7" fmla="*/ 5814145 w 6085831"/>
                <a:gd name="connsiteY7" fmla="*/ 421761 h 469876"/>
                <a:gd name="connsiteX8" fmla="*/ 5928889 w 6085831"/>
                <a:gd name="connsiteY8" fmla="*/ 421761 h 469876"/>
                <a:gd name="connsiteX9" fmla="*/ 5928889 w 6085831"/>
                <a:gd name="connsiteY9" fmla="*/ 421924 h 469876"/>
                <a:gd name="connsiteX10" fmla="*/ 5935065 w 6085831"/>
                <a:gd name="connsiteY10" fmla="*/ 421240 h 469876"/>
                <a:gd name="connsiteX11" fmla="*/ 6035423 w 6085831"/>
                <a:gd name="connsiteY11" fmla="*/ 246113 h 469876"/>
                <a:gd name="connsiteX12" fmla="*/ 6035423 w 6085831"/>
                <a:gd name="connsiteY12" fmla="*/ 234744 h 469876"/>
                <a:gd name="connsiteX13" fmla="*/ 5935873 w 6085831"/>
                <a:gd name="connsiteY13" fmla="*/ 49835 h 469876"/>
                <a:gd name="connsiteX14" fmla="*/ 5928277 w 6085831"/>
                <a:gd name="connsiteY14" fmla="*/ 48622 h 469876"/>
                <a:gd name="connsiteX15" fmla="*/ 5024863 w 6085831"/>
                <a:gd name="connsiteY15" fmla="*/ 48621 h 469876"/>
                <a:gd name="connsiteX16" fmla="*/ 5024863 w 6085831"/>
                <a:gd name="connsiteY16" fmla="*/ 217544 h 469876"/>
                <a:gd name="connsiteX17" fmla="*/ 5158687 w 6085831"/>
                <a:gd name="connsiteY17" fmla="*/ 217544 h 469876"/>
                <a:gd name="connsiteX18" fmla="*/ 5159459 w 6085831"/>
                <a:gd name="connsiteY18" fmla="*/ 217544 h 469876"/>
                <a:gd name="connsiteX19" fmla="*/ 5240811 w 6085831"/>
                <a:gd name="connsiteY19" fmla="*/ 135790 h 469876"/>
                <a:gd name="connsiteX20" fmla="*/ 5240003 w 6085831"/>
                <a:gd name="connsiteY20" fmla="*/ 129973 h 469876"/>
                <a:gd name="connsiteX21" fmla="*/ 5159459 w 6085831"/>
                <a:gd name="connsiteY21" fmla="*/ 48621 h 469876"/>
                <a:gd name="connsiteX22" fmla="*/ 5155393 w 6085831"/>
                <a:gd name="connsiteY22" fmla="*/ 48621 h 469876"/>
                <a:gd name="connsiteX23" fmla="*/ 3483477 w 6085831"/>
                <a:gd name="connsiteY23" fmla="*/ 48621 h 469876"/>
                <a:gd name="connsiteX24" fmla="*/ 3483477 w 6085831"/>
                <a:gd name="connsiteY24" fmla="*/ 217544 h 469876"/>
                <a:gd name="connsiteX25" fmla="*/ 3617301 w 6085831"/>
                <a:gd name="connsiteY25" fmla="*/ 217544 h 469876"/>
                <a:gd name="connsiteX26" fmla="*/ 3618073 w 6085831"/>
                <a:gd name="connsiteY26" fmla="*/ 217544 h 469876"/>
                <a:gd name="connsiteX27" fmla="*/ 3699425 w 6085831"/>
                <a:gd name="connsiteY27" fmla="*/ 135790 h 469876"/>
                <a:gd name="connsiteX28" fmla="*/ 3698617 w 6085831"/>
                <a:gd name="connsiteY28" fmla="*/ 129973 h 469876"/>
                <a:gd name="connsiteX29" fmla="*/ 3618073 w 6085831"/>
                <a:gd name="connsiteY29" fmla="*/ 48621 h 469876"/>
                <a:gd name="connsiteX30" fmla="*/ 3614007 w 6085831"/>
                <a:gd name="connsiteY30" fmla="*/ 48621 h 469876"/>
                <a:gd name="connsiteX31" fmla="*/ 820386 w 6085831"/>
                <a:gd name="connsiteY31" fmla="*/ 48621 h 469876"/>
                <a:gd name="connsiteX32" fmla="*/ 820386 w 6085831"/>
                <a:gd name="connsiteY32" fmla="*/ 217544 h 469876"/>
                <a:gd name="connsiteX33" fmla="*/ 954211 w 6085831"/>
                <a:gd name="connsiteY33" fmla="*/ 217544 h 469876"/>
                <a:gd name="connsiteX34" fmla="*/ 954984 w 6085831"/>
                <a:gd name="connsiteY34" fmla="*/ 217544 h 469876"/>
                <a:gd name="connsiteX35" fmla="*/ 1036335 w 6085831"/>
                <a:gd name="connsiteY35" fmla="*/ 135790 h 469876"/>
                <a:gd name="connsiteX36" fmla="*/ 1035526 w 6085831"/>
                <a:gd name="connsiteY36" fmla="*/ 129973 h 469876"/>
                <a:gd name="connsiteX37" fmla="*/ 954984 w 6085831"/>
                <a:gd name="connsiteY37" fmla="*/ 48621 h 469876"/>
                <a:gd name="connsiteX38" fmla="*/ 950917 w 6085831"/>
                <a:gd name="connsiteY38" fmla="*/ 48621 h 469876"/>
                <a:gd name="connsiteX39" fmla="*/ 4712731 w 6085831"/>
                <a:gd name="connsiteY39" fmla="*/ 43899 h 469876"/>
                <a:gd name="connsiteX40" fmla="*/ 4601863 w 6085831"/>
                <a:gd name="connsiteY40" fmla="*/ 167169 h 469876"/>
                <a:gd name="connsiteX41" fmla="*/ 4601323 w 6085831"/>
                <a:gd name="connsiteY41" fmla="*/ 305923 h 469876"/>
                <a:gd name="connsiteX42" fmla="*/ 4712731 w 6085831"/>
                <a:gd name="connsiteY42" fmla="*/ 424339 h 469876"/>
                <a:gd name="connsiteX43" fmla="*/ 4824677 w 6085831"/>
                <a:gd name="connsiteY43" fmla="*/ 297835 h 469876"/>
                <a:gd name="connsiteX44" fmla="*/ 4823599 w 6085831"/>
                <a:gd name="connsiteY44" fmla="*/ 166090 h 469876"/>
                <a:gd name="connsiteX45" fmla="*/ 4712731 w 6085831"/>
                <a:gd name="connsiteY45" fmla="*/ 43899 h 469876"/>
                <a:gd name="connsiteX46" fmla="*/ 501904 w 6085831"/>
                <a:gd name="connsiteY46" fmla="*/ 43899 h 469876"/>
                <a:gd name="connsiteX47" fmla="*/ 391037 w 6085831"/>
                <a:gd name="connsiteY47" fmla="*/ 167169 h 469876"/>
                <a:gd name="connsiteX48" fmla="*/ 390497 w 6085831"/>
                <a:gd name="connsiteY48" fmla="*/ 305923 h 469876"/>
                <a:gd name="connsiteX49" fmla="*/ 501904 w 6085831"/>
                <a:gd name="connsiteY49" fmla="*/ 424339 h 469876"/>
                <a:gd name="connsiteX50" fmla="*/ 613850 w 6085831"/>
                <a:gd name="connsiteY50" fmla="*/ 297835 h 469876"/>
                <a:gd name="connsiteX51" fmla="*/ 612772 w 6085831"/>
                <a:gd name="connsiteY51" fmla="*/ 166090 h 469876"/>
                <a:gd name="connsiteX52" fmla="*/ 501904 w 6085831"/>
                <a:gd name="connsiteY52" fmla="*/ 43899 h 469876"/>
                <a:gd name="connsiteX53" fmla="*/ 5765399 w 6085831"/>
                <a:gd name="connsiteY53" fmla="*/ 4836 h 469876"/>
                <a:gd name="connsiteX54" fmla="*/ 5814145 w 6085831"/>
                <a:gd name="connsiteY54" fmla="*/ 4836 h 469876"/>
                <a:gd name="connsiteX55" fmla="*/ 5928889 w 6085831"/>
                <a:gd name="connsiteY55" fmla="*/ 4836 h 469876"/>
                <a:gd name="connsiteX56" fmla="*/ 5938427 w 6085831"/>
                <a:gd name="connsiteY56" fmla="*/ 4836 h 469876"/>
                <a:gd name="connsiteX57" fmla="*/ 6084779 w 6085831"/>
                <a:gd name="connsiteY57" fmla="*/ 232346 h 469876"/>
                <a:gd name="connsiteX58" fmla="*/ 6084779 w 6085831"/>
                <a:gd name="connsiteY58" fmla="*/ 247167 h 469876"/>
                <a:gd name="connsiteX59" fmla="*/ 5939237 w 6085831"/>
                <a:gd name="connsiteY59" fmla="*/ 465195 h 469876"/>
                <a:gd name="connsiteX60" fmla="*/ 5928889 w 6085831"/>
                <a:gd name="connsiteY60" fmla="*/ 465537 h 469876"/>
                <a:gd name="connsiteX61" fmla="*/ 5928889 w 6085831"/>
                <a:gd name="connsiteY61" fmla="*/ 465547 h 469876"/>
                <a:gd name="connsiteX62" fmla="*/ 5928579 w 6085831"/>
                <a:gd name="connsiteY62" fmla="*/ 465547 h 469876"/>
                <a:gd name="connsiteX63" fmla="*/ 5928573 w 6085831"/>
                <a:gd name="connsiteY63" fmla="*/ 465547 h 469876"/>
                <a:gd name="connsiteX64" fmla="*/ 5814145 w 6085831"/>
                <a:gd name="connsiteY64" fmla="*/ 465547 h 469876"/>
                <a:gd name="connsiteX65" fmla="*/ 5765399 w 6085831"/>
                <a:gd name="connsiteY65" fmla="*/ 465547 h 469876"/>
                <a:gd name="connsiteX66" fmla="*/ 5391729 w 6085831"/>
                <a:gd name="connsiteY66" fmla="*/ 4835 h 469876"/>
                <a:gd name="connsiteX67" fmla="*/ 5440475 w 6085831"/>
                <a:gd name="connsiteY67" fmla="*/ 4835 h 469876"/>
                <a:gd name="connsiteX68" fmla="*/ 5440475 w 6085831"/>
                <a:gd name="connsiteY68" fmla="*/ 421759 h 469876"/>
                <a:gd name="connsiteX69" fmla="*/ 5674681 w 6085831"/>
                <a:gd name="connsiteY69" fmla="*/ 421759 h 469876"/>
                <a:gd name="connsiteX70" fmla="*/ 5674681 w 6085831"/>
                <a:gd name="connsiteY70" fmla="*/ 465545 h 469876"/>
                <a:gd name="connsiteX71" fmla="*/ 5440475 w 6085831"/>
                <a:gd name="connsiteY71" fmla="*/ 465545 h 469876"/>
                <a:gd name="connsiteX72" fmla="*/ 5434593 w 6085831"/>
                <a:gd name="connsiteY72" fmla="*/ 465545 h 469876"/>
                <a:gd name="connsiteX73" fmla="*/ 5391729 w 6085831"/>
                <a:gd name="connsiteY73" fmla="*/ 465545 h 469876"/>
                <a:gd name="connsiteX74" fmla="*/ 4976117 w 6085831"/>
                <a:gd name="connsiteY74" fmla="*/ 4835 h 469876"/>
                <a:gd name="connsiteX75" fmla="*/ 5024863 w 6085831"/>
                <a:gd name="connsiteY75" fmla="*/ 4835 h 469876"/>
                <a:gd name="connsiteX76" fmla="*/ 5158687 w 6085831"/>
                <a:gd name="connsiteY76" fmla="*/ 4835 h 469876"/>
                <a:gd name="connsiteX77" fmla="*/ 5158687 w 6085831"/>
                <a:gd name="connsiteY77" fmla="*/ 5351 h 469876"/>
                <a:gd name="connsiteX78" fmla="*/ 5165249 w 6085831"/>
                <a:gd name="connsiteY78" fmla="*/ 5351 h 469876"/>
                <a:gd name="connsiteX79" fmla="*/ 5288551 w 6085831"/>
                <a:gd name="connsiteY79" fmla="*/ 128653 h 469876"/>
                <a:gd name="connsiteX80" fmla="*/ 5288551 w 6085831"/>
                <a:gd name="connsiteY80" fmla="*/ 136815 h 469876"/>
                <a:gd name="connsiteX81" fmla="*/ 5192497 w 6085831"/>
                <a:gd name="connsiteY81" fmla="*/ 255289 h 469876"/>
                <a:gd name="connsiteX82" fmla="*/ 5188391 w 6085831"/>
                <a:gd name="connsiteY82" fmla="*/ 255851 h 469876"/>
                <a:gd name="connsiteX83" fmla="*/ 5298631 w 6085831"/>
                <a:gd name="connsiteY83" fmla="*/ 465545 h 469876"/>
                <a:gd name="connsiteX84" fmla="*/ 5240369 w 6085831"/>
                <a:gd name="connsiteY84" fmla="*/ 465545 h 469876"/>
                <a:gd name="connsiteX85" fmla="*/ 5135989 w 6085831"/>
                <a:gd name="connsiteY85" fmla="*/ 261330 h 469876"/>
                <a:gd name="connsiteX86" fmla="*/ 5024863 w 6085831"/>
                <a:gd name="connsiteY86" fmla="*/ 261330 h 469876"/>
                <a:gd name="connsiteX87" fmla="*/ 5024863 w 6085831"/>
                <a:gd name="connsiteY87" fmla="*/ 465545 h 469876"/>
                <a:gd name="connsiteX88" fmla="*/ 4976117 w 6085831"/>
                <a:gd name="connsiteY88" fmla="*/ 465545 h 469876"/>
                <a:gd name="connsiteX89" fmla="*/ 3434731 w 6085831"/>
                <a:gd name="connsiteY89" fmla="*/ 4835 h 469876"/>
                <a:gd name="connsiteX90" fmla="*/ 3483477 w 6085831"/>
                <a:gd name="connsiteY90" fmla="*/ 4835 h 469876"/>
                <a:gd name="connsiteX91" fmla="*/ 3617301 w 6085831"/>
                <a:gd name="connsiteY91" fmla="*/ 4835 h 469876"/>
                <a:gd name="connsiteX92" fmla="*/ 3617301 w 6085831"/>
                <a:gd name="connsiteY92" fmla="*/ 5351 h 469876"/>
                <a:gd name="connsiteX93" fmla="*/ 3623863 w 6085831"/>
                <a:gd name="connsiteY93" fmla="*/ 5351 h 469876"/>
                <a:gd name="connsiteX94" fmla="*/ 3747165 w 6085831"/>
                <a:gd name="connsiteY94" fmla="*/ 128653 h 469876"/>
                <a:gd name="connsiteX95" fmla="*/ 3747165 w 6085831"/>
                <a:gd name="connsiteY95" fmla="*/ 136815 h 469876"/>
                <a:gd name="connsiteX96" fmla="*/ 3651111 w 6085831"/>
                <a:gd name="connsiteY96" fmla="*/ 255289 h 469876"/>
                <a:gd name="connsiteX97" fmla="*/ 3647005 w 6085831"/>
                <a:gd name="connsiteY97" fmla="*/ 255851 h 469876"/>
                <a:gd name="connsiteX98" fmla="*/ 3757245 w 6085831"/>
                <a:gd name="connsiteY98" fmla="*/ 465545 h 469876"/>
                <a:gd name="connsiteX99" fmla="*/ 3698983 w 6085831"/>
                <a:gd name="connsiteY99" fmla="*/ 465545 h 469876"/>
                <a:gd name="connsiteX100" fmla="*/ 3594603 w 6085831"/>
                <a:gd name="connsiteY100" fmla="*/ 261330 h 469876"/>
                <a:gd name="connsiteX101" fmla="*/ 3483477 w 6085831"/>
                <a:gd name="connsiteY101" fmla="*/ 261330 h 469876"/>
                <a:gd name="connsiteX102" fmla="*/ 3483477 w 6085831"/>
                <a:gd name="connsiteY102" fmla="*/ 465545 h 469876"/>
                <a:gd name="connsiteX103" fmla="*/ 3434731 w 6085831"/>
                <a:gd name="connsiteY103" fmla="*/ 465545 h 469876"/>
                <a:gd name="connsiteX104" fmla="*/ 3062719 w 6085831"/>
                <a:gd name="connsiteY104" fmla="*/ 4835 h 469876"/>
                <a:gd name="connsiteX105" fmla="*/ 3111465 w 6085831"/>
                <a:gd name="connsiteY105" fmla="*/ 4835 h 469876"/>
                <a:gd name="connsiteX106" fmla="*/ 3348437 w 6085831"/>
                <a:gd name="connsiteY106" fmla="*/ 4835 h 469876"/>
                <a:gd name="connsiteX107" fmla="*/ 3348437 w 6085831"/>
                <a:gd name="connsiteY107" fmla="*/ 48621 h 469876"/>
                <a:gd name="connsiteX108" fmla="*/ 3111465 w 6085831"/>
                <a:gd name="connsiteY108" fmla="*/ 48621 h 469876"/>
                <a:gd name="connsiteX109" fmla="*/ 3111465 w 6085831"/>
                <a:gd name="connsiteY109" fmla="*/ 211054 h 469876"/>
                <a:gd name="connsiteX110" fmla="*/ 3313659 w 6085831"/>
                <a:gd name="connsiteY110" fmla="*/ 211054 h 469876"/>
                <a:gd name="connsiteX111" fmla="*/ 3313659 w 6085831"/>
                <a:gd name="connsiteY111" fmla="*/ 254840 h 469876"/>
                <a:gd name="connsiteX112" fmla="*/ 3111465 w 6085831"/>
                <a:gd name="connsiteY112" fmla="*/ 254840 h 469876"/>
                <a:gd name="connsiteX113" fmla="*/ 3111465 w 6085831"/>
                <a:gd name="connsiteY113" fmla="*/ 421759 h 469876"/>
                <a:gd name="connsiteX114" fmla="*/ 3348437 w 6085831"/>
                <a:gd name="connsiteY114" fmla="*/ 421759 h 469876"/>
                <a:gd name="connsiteX115" fmla="*/ 3348437 w 6085831"/>
                <a:gd name="connsiteY115" fmla="*/ 465545 h 469876"/>
                <a:gd name="connsiteX116" fmla="*/ 3111465 w 6085831"/>
                <a:gd name="connsiteY116" fmla="*/ 465545 h 469876"/>
                <a:gd name="connsiteX117" fmla="*/ 3108350 w 6085831"/>
                <a:gd name="connsiteY117" fmla="*/ 465545 h 469876"/>
                <a:gd name="connsiteX118" fmla="*/ 3062719 w 6085831"/>
                <a:gd name="connsiteY118" fmla="*/ 465545 h 469876"/>
                <a:gd name="connsiteX119" fmla="*/ 2686079 w 6085831"/>
                <a:gd name="connsiteY119" fmla="*/ 4835 h 469876"/>
                <a:gd name="connsiteX120" fmla="*/ 2734825 w 6085831"/>
                <a:gd name="connsiteY120" fmla="*/ 4835 h 469876"/>
                <a:gd name="connsiteX121" fmla="*/ 2971797 w 6085831"/>
                <a:gd name="connsiteY121" fmla="*/ 4835 h 469876"/>
                <a:gd name="connsiteX122" fmla="*/ 2971797 w 6085831"/>
                <a:gd name="connsiteY122" fmla="*/ 48621 h 469876"/>
                <a:gd name="connsiteX123" fmla="*/ 2734825 w 6085831"/>
                <a:gd name="connsiteY123" fmla="*/ 48621 h 469876"/>
                <a:gd name="connsiteX124" fmla="*/ 2734825 w 6085831"/>
                <a:gd name="connsiteY124" fmla="*/ 218352 h 469876"/>
                <a:gd name="connsiteX125" fmla="*/ 2937019 w 6085831"/>
                <a:gd name="connsiteY125" fmla="*/ 218352 h 469876"/>
                <a:gd name="connsiteX126" fmla="*/ 2937019 w 6085831"/>
                <a:gd name="connsiteY126" fmla="*/ 262138 h 469876"/>
                <a:gd name="connsiteX127" fmla="*/ 2734825 w 6085831"/>
                <a:gd name="connsiteY127" fmla="*/ 262138 h 469876"/>
                <a:gd name="connsiteX128" fmla="*/ 2734825 w 6085831"/>
                <a:gd name="connsiteY128" fmla="*/ 465545 h 469876"/>
                <a:gd name="connsiteX129" fmla="*/ 2686079 w 6085831"/>
                <a:gd name="connsiteY129" fmla="*/ 465545 h 469876"/>
                <a:gd name="connsiteX130" fmla="*/ 2404270 w 6085831"/>
                <a:gd name="connsiteY130" fmla="*/ 4835 h 469876"/>
                <a:gd name="connsiteX131" fmla="*/ 2446219 w 6085831"/>
                <a:gd name="connsiteY131" fmla="*/ 4835 h 469876"/>
                <a:gd name="connsiteX132" fmla="*/ 2446220 w 6085831"/>
                <a:gd name="connsiteY132" fmla="*/ 4835 h 469876"/>
                <a:gd name="connsiteX133" fmla="*/ 2448491 w 6085831"/>
                <a:gd name="connsiteY133" fmla="*/ 11049 h 469876"/>
                <a:gd name="connsiteX134" fmla="*/ 2614619 w 6085831"/>
                <a:gd name="connsiteY134" fmla="*/ 465545 h 469876"/>
                <a:gd name="connsiteX135" fmla="*/ 2562510 w 6085831"/>
                <a:gd name="connsiteY135" fmla="*/ 465545 h 469876"/>
                <a:gd name="connsiteX136" fmla="*/ 2526047 w 6085831"/>
                <a:gd name="connsiteY136" fmla="*/ 361259 h 469876"/>
                <a:gd name="connsiteX137" fmla="*/ 2324408 w 6085831"/>
                <a:gd name="connsiteY137" fmla="*/ 361259 h 469876"/>
                <a:gd name="connsiteX138" fmla="*/ 2287458 w 6085831"/>
                <a:gd name="connsiteY138" fmla="*/ 465545 h 469876"/>
                <a:gd name="connsiteX139" fmla="*/ 2235398 w 6085831"/>
                <a:gd name="connsiteY139" fmla="*/ 465545 h 469876"/>
                <a:gd name="connsiteX140" fmla="*/ 2403683 w 6085831"/>
                <a:gd name="connsiteY140" fmla="*/ 6435 h 469876"/>
                <a:gd name="connsiteX141" fmla="*/ 1470324 w 6085831"/>
                <a:gd name="connsiteY141" fmla="*/ 4835 h 469876"/>
                <a:gd name="connsiteX142" fmla="*/ 1512273 w 6085831"/>
                <a:gd name="connsiteY142" fmla="*/ 4835 h 469876"/>
                <a:gd name="connsiteX143" fmla="*/ 1512274 w 6085831"/>
                <a:gd name="connsiteY143" fmla="*/ 4835 h 469876"/>
                <a:gd name="connsiteX144" fmla="*/ 1514545 w 6085831"/>
                <a:gd name="connsiteY144" fmla="*/ 11049 h 469876"/>
                <a:gd name="connsiteX145" fmla="*/ 1680673 w 6085831"/>
                <a:gd name="connsiteY145" fmla="*/ 465545 h 469876"/>
                <a:gd name="connsiteX146" fmla="*/ 1628564 w 6085831"/>
                <a:gd name="connsiteY146" fmla="*/ 465545 h 469876"/>
                <a:gd name="connsiteX147" fmla="*/ 1592101 w 6085831"/>
                <a:gd name="connsiteY147" fmla="*/ 361259 h 469876"/>
                <a:gd name="connsiteX148" fmla="*/ 1390462 w 6085831"/>
                <a:gd name="connsiteY148" fmla="*/ 361259 h 469876"/>
                <a:gd name="connsiteX149" fmla="*/ 1353512 w 6085831"/>
                <a:gd name="connsiteY149" fmla="*/ 465545 h 469876"/>
                <a:gd name="connsiteX150" fmla="*/ 1301452 w 6085831"/>
                <a:gd name="connsiteY150" fmla="*/ 465545 h 469876"/>
                <a:gd name="connsiteX151" fmla="*/ 1469737 w 6085831"/>
                <a:gd name="connsiteY151" fmla="*/ 6435 h 469876"/>
                <a:gd name="connsiteX152" fmla="*/ 771640 w 6085831"/>
                <a:gd name="connsiteY152" fmla="*/ 4835 h 469876"/>
                <a:gd name="connsiteX153" fmla="*/ 820386 w 6085831"/>
                <a:gd name="connsiteY153" fmla="*/ 4835 h 469876"/>
                <a:gd name="connsiteX154" fmla="*/ 954211 w 6085831"/>
                <a:gd name="connsiteY154" fmla="*/ 4835 h 469876"/>
                <a:gd name="connsiteX155" fmla="*/ 954211 w 6085831"/>
                <a:gd name="connsiteY155" fmla="*/ 5351 h 469876"/>
                <a:gd name="connsiteX156" fmla="*/ 960772 w 6085831"/>
                <a:gd name="connsiteY156" fmla="*/ 5351 h 469876"/>
                <a:gd name="connsiteX157" fmla="*/ 1084074 w 6085831"/>
                <a:gd name="connsiteY157" fmla="*/ 128653 h 469876"/>
                <a:gd name="connsiteX158" fmla="*/ 1084074 w 6085831"/>
                <a:gd name="connsiteY158" fmla="*/ 136815 h 469876"/>
                <a:gd name="connsiteX159" fmla="*/ 988021 w 6085831"/>
                <a:gd name="connsiteY159" fmla="*/ 255289 h 469876"/>
                <a:gd name="connsiteX160" fmla="*/ 983914 w 6085831"/>
                <a:gd name="connsiteY160" fmla="*/ 255851 h 469876"/>
                <a:gd name="connsiteX161" fmla="*/ 1094154 w 6085831"/>
                <a:gd name="connsiteY161" fmla="*/ 465545 h 469876"/>
                <a:gd name="connsiteX162" fmla="*/ 1035892 w 6085831"/>
                <a:gd name="connsiteY162" fmla="*/ 465545 h 469876"/>
                <a:gd name="connsiteX163" fmla="*/ 931513 w 6085831"/>
                <a:gd name="connsiteY163" fmla="*/ 261330 h 469876"/>
                <a:gd name="connsiteX164" fmla="*/ 820386 w 6085831"/>
                <a:gd name="connsiteY164" fmla="*/ 261330 h 469876"/>
                <a:gd name="connsiteX165" fmla="*/ 820386 w 6085831"/>
                <a:gd name="connsiteY165" fmla="*/ 465545 h 469876"/>
                <a:gd name="connsiteX166" fmla="*/ 771640 w 6085831"/>
                <a:gd name="connsiteY166" fmla="*/ 465545 h 469876"/>
                <a:gd name="connsiteX167" fmla="*/ 0 w 6085831"/>
                <a:gd name="connsiteY167" fmla="*/ 4835 h 469876"/>
                <a:gd name="connsiteX168" fmla="*/ 48746 w 6085831"/>
                <a:gd name="connsiteY168" fmla="*/ 4835 h 469876"/>
                <a:gd name="connsiteX169" fmla="*/ 285718 w 6085831"/>
                <a:gd name="connsiteY169" fmla="*/ 4835 h 469876"/>
                <a:gd name="connsiteX170" fmla="*/ 285718 w 6085831"/>
                <a:gd name="connsiteY170" fmla="*/ 48621 h 469876"/>
                <a:gd name="connsiteX171" fmla="*/ 48746 w 6085831"/>
                <a:gd name="connsiteY171" fmla="*/ 48621 h 469876"/>
                <a:gd name="connsiteX172" fmla="*/ 48746 w 6085831"/>
                <a:gd name="connsiteY172" fmla="*/ 218352 h 469876"/>
                <a:gd name="connsiteX173" fmla="*/ 250940 w 6085831"/>
                <a:gd name="connsiteY173" fmla="*/ 218352 h 469876"/>
                <a:gd name="connsiteX174" fmla="*/ 250940 w 6085831"/>
                <a:gd name="connsiteY174" fmla="*/ 262138 h 469876"/>
                <a:gd name="connsiteX175" fmla="*/ 48746 w 6085831"/>
                <a:gd name="connsiteY175" fmla="*/ 262138 h 469876"/>
                <a:gd name="connsiteX176" fmla="*/ 48746 w 6085831"/>
                <a:gd name="connsiteY176" fmla="*/ 465545 h 469876"/>
                <a:gd name="connsiteX177" fmla="*/ 0 w 6085831"/>
                <a:gd name="connsiteY177" fmla="*/ 465545 h 469876"/>
                <a:gd name="connsiteX178" fmla="*/ 3958459 w 6085831"/>
                <a:gd name="connsiteY178" fmla="*/ 4745 h 469876"/>
                <a:gd name="connsiteX179" fmla="*/ 4010427 w 6085831"/>
                <a:gd name="connsiteY179" fmla="*/ 4745 h 469876"/>
                <a:gd name="connsiteX180" fmla="*/ 4101179 w 6085831"/>
                <a:gd name="connsiteY180" fmla="*/ 373571 h 469876"/>
                <a:gd name="connsiteX181" fmla="*/ 4193451 w 6085831"/>
                <a:gd name="connsiteY181" fmla="*/ 38549 h 469876"/>
                <a:gd name="connsiteX182" fmla="*/ 4201593 w 6085831"/>
                <a:gd name="connsiteY182" fmla="*/ 8980 h 469876"/>
                <a:gd name="connsiteX183" fmla="*/ 4202755 w 6085831"/>
                <a:gd name="connsiteY183" fmla="*/ 4761 h 469876"/>
                <a:gd name="connsiteX184" fmla="*/ 4235167 w 6085831"/>
                <a:gd name="connsiteY184" fmla="*/ 4761 h 469876"/>
                <a:gd name="connsiteX185" fmla="*/ 4240517 w 6085831"/>
                <a:gd name="connsiteY185" fmla="*/ 4761 h 469876"/>
                <a:gd name="connsiteX186" fmla="*/ 4246787 w 6085831"/>
                <a:gd name="connsiteY186" fmla="*/ 4761 h 469876"/>
                <a:gd name="connsiteX187" fmla="*/ 4248741 w 6085831"/>
                <a:gd name="connsiteY187" fmla="*/ 11859 h 469876"/>
                <a:gd name="connsiteX188" fmla="*/ 4248477 w 6085831"/>
                <a:gd name="connsiteY188" fmla="*/ 12799 h 469876"/>
                <a:gd name="connsiteX189" fmla="*/ 4255569 w 6085831"/>
                <a:gd name="connsiteY189" fmla="*/ 38549 h 469876"/>
                <a:gd name="connsiteX190" fmla="*/ 4347627 w 6085831"/>
                <a:gd name="connsiteY190" fmla="*/ 372791 h 469876"/>
                <a:gd name="connsiteX191" fmla="*/ 4438187 w 6085831"/>
                <a:gd name="connsiteY191" fmla="*/ 4745 h 469876"/>
                <a:gd name="connsiteX192" fmla="*/ 4490153 w 6085831"/>
                <a:gd name="connsiteY192" fmla="*/ 4745 h 469876"/>
                <a:gd name="connsiteX193" fmla="*/ 4372511 w 6085831"/>
                <a:gd name="connsiteY193" fmla="*/ 463141 h 469876"/>
                <a:gd name="connsiteX194" fmla="*/ 4373173 w 6085831"/>
                <a:gd name="connsiteY194" fmla="*/ 465545 h 469876"/>
                <a:gd name="connsiteX195" fmla="*/ 4326895 w 6085831"/>
                <a:gd name="connsiteY195" fmla="*/ 465545 h 469876"/>
                <a:gd name="connsiteX196" fmla="*/ 4324805 w 6085831"/>
                <a:gd name="connsiteY196" fmla="*/ 465545 h 469876"/>
                <a:gd name="connsiteX197" fmla="*/ 4325783 w 6085831"/>
                <a:gd name="connsiteY197" fmla="*/ 461570 h 469876"/>
                <a:gd name="connsiteX198" fmla="*/ 4296003 w 6085831"/>
                <a:gd name="connsiteY198" fmla="*/ 355117 h 469876"/>
                <a:gd name="connsiteX199" fmla="*/ 4247059 w 6085831"/>
                <a:gd name="connsiteY199" fmla="*/ 179343 h 469876"/>
                <a:gd name="connsiteX200" fmla="*/ 4224443 w 6085831"/>
                <a:gd name="connsiteY200" fmla="*/ 98394 h 469876"/>
                <a:gd name="connsiteX201" fmla="*/ 4122661 w 6085831"/>
                <a:gd name="connsiteY201" fmla="*/ 460881 h 469876"/>
                <a:gd name="connsiteX202" fmla="*/ 4123809 w 6085831"/>
                <a:gd name="connsiteY202" fmla="*/ 465545 h 469876"/>
                <a:gd name="connsiteX203" fmla="*/ 4121351 w 6085831"/>
                <a:gd name="connsiteY203" fmla="*/ 465545 h 469876"/>
                <a:gd name="connsiteX204" fmla="*/ 4075847 w 6085831"/>
                <a:gd name="connsiteY204" fmla="*/ 465545 h 469876"/>
                <a:gd name="connsiteX205" fmla="*/ 4076299 w 6085831"/>
                <a:gd name="connsiteY205" fmla="*/ 463905 h 469876"/>
                <a:gd name="connsiteX206" fmla="*/ 2041154 w 6085831"/>
                <a:gd name="connsiteY206" fmla="*/ 606 h 469876"/>
                <a:gd name="connsiteX207" fmla="*/ 2088613 w 6085831"/>
                <a:gd name="connsiteY207" fmla="*/ 4631 h 469876"/>
                <a:gd name="connsiteX208" fmla="*/ 2179456 w 6085831"/>
                <a:gd name="connsiteY208" fmla="*/ 51753 h 469876"/>
                <a:gd name="connsiteX209" fmla="*/ 2149031 w 6085831"/>
                <a:gd name="connsiteY209" fmla="*/ 82816 h 469876"/>
                <a:gd name="connsiteX210" fmla="*/ 2089902 w 6085831"/>
                <a:gd name="connsiteY210" fmla="*/ 49338 h 469876"/>
                <a:gd name="connsiteX211" fmla="*/ 2010356 w 6085831"/>
                <a:gd name="connsiteY211" fmla="*/ 47271 h 469876"/>
                <a:gd name="connsiteX212" fmla="*/ 1945875 w 6085831"/>
                <a:gd name="connsiteY212" fmla="*/ 109092 h 469876"/>
                <a:gd name="connsiteX213" fmla="*/ 1961254 w 6085831"/>
                <a:gd name="connsiteY213" fmla="*/ 179474 h 469876"/>
                <a:gd name="connsiteX214" fmla="*/ 2016102 w 6085831"/>
                <a:gd name="connsiteY214" fmla="*/ 205119 h 469876"/>
                <a:gd name="connsiteX215" fmla="*/ 2097538 w 6085831"/>
                <a:gd name="connsiteY215" fmla="*/ 218369 h 469876"/>
                <a:gd name="connsiteX216" fmla="*/ 2199589 w 6085831"/>
                <a:gd name="connsiteY216" fmla="*/ 323221 h 469876"/>
                <a:gd name="connsiteX217" fmla="*/ 2175544 w 6085831"/>
                <a:gd name="connsiteY217" fmla="*/ 415287 h 469876"/>
                <a:gd name="connsiteX218" fmla="*/ 2093197 w 6085831"/>
                <a:gd name="connsiteY218" fmla="*/ 463679 h 469876"/>
                <a:gd name="connsiteX219" fmla="*/ 1970071 w 6085831"/>
                <a:gd name="connsiteY219" fmla="*/ 460977 h 469876"/>
                <a:gd name="connsiteX220" fmla="*/ 1883810 w 6085831"/>
                <a:gd name="connsiteY220" fmla="*/ 408031 h 469876"/>
                <a:gd name="connsiteX221" fmla="*/ 1916305 w 6085831"/>
                <a:gd name="connsiteY221" fmla="*/ 375403 h 469876"/>
                <a:gd name="connsiteX222" fmla="*/ 1978754 w 6085831"/>
                <a:gd name="connsiteY222" fmla="*/ 415726 h 469876"/>
                <a:gd name="connsiteX223" fmla="*/ 2086063 w 6085831"/>
                <a:gd name="connsiteY223" fmla="*/ 420630 h 469876"/>
                <a:gd name="connsiteX224" fmla="*/ 2150946 w 6085831"/>
                <a:gd name="connsiteY224" fmla="*/ 338373 h 469876"/>
                <a:gd name="connsiteX225" fmla="*/ 2001684 w 6085831"/>
                <a:gd name="connsiteY225" fmla="*/ 249873 h 469876"/>
                <a:gd name="connsiteX226" fmla="*/ 1923956 w 6085831"/>
                <a:gd name="connsiteY226" fmla="*/ 211548 h 469876"/>
                <a:gd name="connsiteX227" fmla="*/ 1897264 w 6085831"/>
                <a:gd name="connsiteY227" fmla="*/ 108203 h 469876"/>
                <a:gd name="connsiteX228" fmla="*/ 1947105 w 6085831"/>
                <a:gd name="connsiteY228" fmla="*/ 27960 h 469876"/>
                <a:gd name="connsiteX229" fmla="*/ 1998192 w 6085831"/>
                <a:gd name="connsiteY229" fmla="*/ 5339 h 469876"/>
                <a:gd name="connsiteX230" fmla="*/ 2041154 w 6085831"/>
                <a:gd name="connsiteY230" fmla="*/ 606 h 469876"/>
                <a:gd name="connsiteX231" fmla="*/ 4707063 w 6085831"/>
                <a:gd name="connsiteY231" fmla="*/ 0 h 469876"/>
                <a:gd name="connsiteX232" fmla="*/ 4717387 w 6085831"/>
                <a:gd name="connsiteY232" fmla="*/ 0 h 469876"/>
                <a:gd name="connsiteX233" fmla="*/ 4873343 w 6085831"/>
                <a:gd name="connsiteY233" fmla="*/ 155956 h 469876"/>
                <a:gd name="connsiteX234" fmla="*/ 4873343 w 6085831"/>
                <a:gd name="connsiteY234" fmla="*/ 312596 h 469876"/>
                <a:gd name="connsiteX235" fmla="*/ 4717387 w 6085831"/>
                <a:gd name="connsiteY235" fmla="*/ 468552 h 469876"/>
                <a:gd name="connsiteX236" fmla="*/ 4707063 w 6085831"/>
                <a:gd name="connsiteY236" fmla="*/ 468552 h 469876"/>
                <a:gd name="connsiteX237" fmla="*/ 4551107 w 6085831"/>
                <a:gd name="connsiteY237" fmla="*/ 312596 h 469876"/>
                <a:gd name="connsiteX238" fmla="*/ 4551645 w 6085831"/>
                <a:gd name="connsiteY238" fmla="*/ 164044 h 469876"/>
                <a:gd name="connsiteX239" fmla="*/ 4707063 w 6085831"/>
                <a:gd name="connsiteY239" fmla="*/ 0 h 469876"/>
                <a:gd name="connsiteX240" fmla="*/ 496236 w 6085831"/>
                <a:gd name="connsiteY240" fmla="*/ 0 h 469876"/>
                <a:gd name="connsiteX241" fmla="*/ 506560 w 6085831"/>
                <a:gd name="connsiteY241" fmla="*/ 0 h 469876"/>
                <a:gd name="connsiteX242" fmla="*/ 662516 w 6085831"/>
                <a:gd name="connsiteY242" fmla="*/ 155956 h 469876"/>
                <a:gd name="connsiteX243" fmla="*/ 662516 w 6085831"/>
                <a:gd name="connsiteY243" fmla="*/ 312596 h 469876"/>
                <a:gd name="connsiteX244" fmla="*/ 506560 w 6085831"/>
                <a:gd name="connsiteY244" fmla="*/ 468552 h 469876"/>
                <a:gd name="connsiteX245" fmla="*/ 496236 w 6085831"/>
                <a:gd name="connsiteY245" fmla="*/ 468552 h 469876"/>
                <a:gd name="connsiteX246" fmla="*/ 340280 w 6085831"/>
                <a:gd name="connsiteY246" fmla="*/ 312596 h 469876"/>
                <a:gd name="connsiteX247" fmla="*/ 340819 w 6085831"/>
                <a:gd name="connsiteY247" fmla="*/ 164044 h 469876"/>
                <a:gd name="connsiteX248" fmla="*/ 496236 w 6085831"/>
                <a:gd name="connsiteY248" fmla="*/ 0 h 469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6085831" h="469876">
                  <a:moveTo>
                    <a:pt x="2425896" y="74820"/>
                  </a:moveTo>
                  <a:lnTo>
                    <a:pt x="2339468" y="318752"/>
                  </a:lnTo>
                  <a:lnTo>
                    <a:pt x="2511185" y="318752"/>
                  </a:lnTo>
                  <a:close/>
                  <a:moveTo>
                    <a:pt x="1491950" y="74820"/>
                  </a:moveTo>
                  <a:lnTo>
                    <a:pt x="1405522" y="318752"/>
                  </a:lnTo>
                  <a:lnTo>
                    <a:pt x="1577239" y="318752"/>
                  </a:lnTo>
                  <a:close/>
                  <a:moveTo>
                    <a:pt x="5814145" y="48622"/>
                  </a:moveTo>
                  <a:lnTo>
                    <a:pt x="5814145" y="421761"/>
                  </a:lnTo>
                  <a:lnTo>
                    <a:pt x="5928889" y="421761"/>
                  </a:lnTo>
                  <a:lnTo>
                    <a:pt x="5928889" y="421924"/>
                  </a:lnTo>
                  <a:lnTo>
                    <a:pt x="5935065" y="421240"/>
                  </a:lnTo>
                  <a:cubicBezTo>
                    <a:pt x="6036023" y="403938"/>
                    <a:pt x="6035423" y="328093"/>
                    <a:pt x="6035423" y="246113"/>
                  </a:cubicBezTo>
                  <a:lnTo>
                    <a:pt x="6035423" y="234744"/>
                  </a:lnTo>
                  <a:cubicBezTo>
                    <a:pt x="6035423" y="150563"/>
                    <a:pt x="6039259" y="62658"/>
                    <a:pt x="5935873" y="49835"/>
                  </a:cubicBezTo>
                  <a:lnTo>
                    <a:pt x="5928277" y="48622"/>
                  </a:lnTo>
                  <a:close/>
                  <a:moveTo>
                    <a:pt x="5024863" y="48621"/>
                  </a:moveTo>
                  <a:lnTo>
                    <a:pt x="5024863" y="217544"/>
                  </a:lnTo>
                  <a:lnTo>
                    <a:pt x="5158687" y="217544"/>
                  </a:lnTo>
                  <a:lnTo>
                    <a:pt x="5159459" y="217544"/>
                  </a:lnTo>
                  <a:cubicBezTo>
                    <a:pt x="5211083" y="212692"/>
                    <a:pt x="5240811" y="180942"/>
                    <a:pt x="5240811" y="135790"/>
                  </a:cubicBezTo>
                  <a:lnTo>
                    <a:pt x="5240003" y="129973"/>
                  </a:lnTo>
                  <a:cubicBezTo>
                    <a:pt x="5240003" y="83609"/>
                    <a:pt x="5207039" y="51452"/>
                    <a:pt x="5159459" y="48621"/>
                  </a:cubicBezTo>
                  <a:lnTo>
                    <a:pt x="5155393" y="48621"/>
                  </a:lnTo>
                  <a:close/>
                  <a:moveTo>
                    <a:pt x="3483477" y="48621"/>
                  </a:moveTo>
                  <a:lnTo>
                    <a:pt x="3483477" y="217544"/>
                  </a:lnTo>
                  <a:lnTo>
                    <a:pt x="3617301" y="217544"/>
                  </a:lnTo>
                  <a:lnTo>
                    <a:pt x="3618073" y="217544"/>
                  </a:lnTo>
                  <a:cubicBezTo>
                    <a:pt x="3669697" y="212692"/>
                    <a:pt x="3699425" y="180942"/>
                    <a:pt x="3699425" y="135790"/>
                  </a:cubicBezTo>
                  <a:lnTo>
                    <a:pt x="3698617" y="129973"/>
                  </a:lnTo>
                  <a:cubicBezTo>
                    <a:pt x="3698617" y="83609"/>
                    <a:pt x="3665653" y="51452"/>
                    <a:pt x="3618073" y="48621"/>
                  </a:cubicBezTo>
                  <a:lnTo>
                    <a:pt x="3614007" y="48621"/>
                  </a:lnTo>
                  <a:close/>
                  <a:moveTo>
                    <a:pt x="820386" y="48621"/>
                  </a:moveTo>
                  <a:lnTo>
                    <a:pt x="820386" y="217544"/>
                  </a:lnTo>
                  <a:lnTo>
                    <a:pt x="954211" y="217544"/>
                  </a:lnTo>
                  <a:lnTo>
                    <a:pt x="954984" y="217544"/>
                  </a:lnTo>
                  <a:cubicBezTo>
                    <a:pt x="1006606" y="212692"/>
                    <a:pt x="1036335" y="180942"/>
                    <a:pt x="1036335" y="135790"/>
                  </a:cubicBezTo>
                  <a:lnTo>
                    <a:pt x="1035526" y="129973"/>
                  </a:lnTo>
                  <a:cubicBezTo>
                    <a:pt x="1035526" y="83609"/>
                    <a:pt x="1002562" y="51452"/>
                    <a:pt x="954984" y="48621"/>
                  </a:cubicBezTo>
                  <a:lnTo>
                    <a:pt x="950917" y="48621"/>
                  </a:lnTo>
                  <a:close/>
                  <a:moveTo>
                    <a:pt x="4712731" y="43899"/>
                  </a:moveTo>
                  <a:cubicBezTo>
                    <a:pt x="4673617" y="44079"/>
                    <a:pt x="4603481" y="64364"/>
                    <a:pt x="4601863" y="167169"/>
                  </a:cubicBezTo>
                  <a:cubicBezTo>
                    <a:pt x="4601503" y="215577"/>
                    <a:pt x="4601683" y="257515"/>
                    <a:pt x="4601323" y="305923"/>
                  </a:cubicBezTo>
                  <a:cubicBezTo>
                    <a:pt x="4602401" y="379611"/>
                    <a:pt x="4650905" y="424339"/>
                    <a:pt x="4712731" y="424339"/>
                  </a:cubicBezTo>
                  <a:cubicBezTo>
                    <a:pt x="4774557" y="424339"/>
                    <a:pt x="4822913" y="382394"/>
                    <a:pt x="4824677" y="297835"/>
                  </a:cubicBezTo>
                  <a:cubicBezTo>
                    <a:pt x="4825593" y="253928"/>
                    <a:pt x="4823747" y="210006"/>
                    <a:pt x="4823599" y="166090"/>
                  </a:cubicBezTo>
                  <a:cubicBezTo>
                    <a:pt x="4823273" y="69849"/>
                    <a:pt x="4751843" y="43720"/>
                    <a:pt x="4712731" y="43899"/>
                  </a:cubicBezTo>
                  <a:close/>
                  <a:moveTo>
                    <a:pt x="501904" y="43899"/>
                  </a:moveTo>
                  <a:cubicBezTo>
                    <a:pt x="462792" y="44079"/>
                    <a:pt x="392654" y="64364"/>
                    <a:pt x="391037" y="167169"/>
                  </a:cubicBezTo>
                  <a:cubicBezTo>
                    <a:pt x="390677" y="215577"/>
                    <a:pt x="390857" y="257515"/>
                    <a:pt x="390497" y="305923"/>
                  </a:cubicBezTo>
                  <a:cubicBezTo>
                    <a:pt x="391576" y="379611"/>
                    <a:pt x="440078" y="424339"/>
                    <a:pt x="501904" y="424339"/>
                  </a:cubicBezTo>
                  <a:cubicBezTo>
                    <a:pt x="563730" y="424339"/>
                    <a:pt x="612087" y="382394"/>
                    <a:pt x="613850" y="297835"/>
                  </a:cubicBezTo>
                  <a:cubicBezTo>
                    <a:pt x="614766" y="253928"/>
                    <a:pt x="612921" y="210006"/>
                    <a:pt x="612772" y="166090"/>
                  </a:cubicBezTo>
                  <a:cubicBezTo>
                    <a:pt x="612447" y="69849"/>
                    <a:pt x="541017" y="43720"/>
                    <a:pt x="501904" y="43899"/>
                  </a:cubicBezTo>
                  <a:close/>
                  <a:moveTo>
                    <a:pt x="5765399" y="4836"/>
                  </a:moveTo>
                  <a:lnTo>
                    <a:pt x="5814145" y="4836"/>
                  </a:lnTo>
                  <a:lnTo>
                    <a:pt x="5928889" y="4836"/>
                  </a:lnTo>
                  <a:lnTo>
                    <a:pt x="5938427" y="4836"/>
                  </a:lnTo>
                  <a:cubicBezTo>
                    <a:pt x="6059499" y="14201"/>
                    <a:pt x="6092463" y="104258"/>
                    <a:pt x="6084779" y="232346"/>
                  </a:cubicBezTo>
                  <a:lnTo>
                    <a:pt x="6084779" y="247167"/>
                  </a:lnTo>
                  <a:cubicBezTo>
                    <a:pt x="6084779" y="370807"/>
                    <a:pt x="6065971" y="449360"/>
                    <a:pt x="5939237" y="465195"/>
                  </a:cubicBezTo>
                  <a:lnTo>
                    <a:pt x="5928889" y="465537"/>
                  </a:lnTo>
                  <a:lnTo>
                    <a:pt x="5928889" y="465547"/>
                  </a:lnTo>
                  <a:lnTo>
                    <a:pt x="5928579" y="465547"/>
                  </a:lnTo>
                  <a:lnTo>
                    <a:pt x="5928573" y="465547"/>
                  </a:lnTo>
                  <a:lnTo>
                    <a:pt x="5814145" y="465547"/>
                  </a:lnTo>
                  <a:lnTo>
                    <a:pt x="5765399" y="465547"/>
                  </a:lnTo>
                  <a:close/>
                  <a:moveTo>
                    <a:pt x="5391729" y="4835"/>
                  </a:moveTo>
                  <a:lnTo>
                    <a:pt x="5440475" y="4835"/>
                  </a:lnTo>
                  <a:lnTo>
                    <a:pt x="5440475" y="421759"/>
                  </a:lnTo>
                  <a:lnTo>
                    <a:pt x="5674681" y="421759"/>
                  </a:lnTo>
                  <a:lnTo>
                    <a:pt x="5674681" y="465545"/>
                  </a:lnTo>
                  <a:lnTo>
                    <a:pt x="5440475" y="465545"/>
                  </a:lnTo>
                  <a:lnTo>
                    <a:pt x="5434593" y="465545"/>
                  </a:lnTo>
                  <a:lnTo>
                    <a:pt x="5391729" y="465545"/>
                  </a:lnTo>
                  <a:close/>
                  <a:moveTo>
                    <a:pt x="4976117" y="4835"/>
                  </a:moveTo>
                  <a:lnTo>
                    <a:pt x="5024863" y="4835"/>
                  </a:lnTo>
                  <a:lnTo>
                    <a:pt x="5158687" y="4835"/>
                  </a:lnTo>
                  <a:lnTo>
                    <a:pt x="5158687" y="5351"/>
                  </a:lnTo>
                  <a:lnTo>
                    <a:pt x="5165249" y="5351"/>
                  </a:lnTo>
                  <a:cubicBezTo>
                    <a:pt x="5240221" y="9395"/>
                    <a:pt x="5288551" y="60555"/>
                    <a:pt x="5288551" y="128653"/>
                  </a:cubicBezTo>
                  <a:lnTo>
                    <a:pt x="5288551" y="136815"/>
                  </a:lnTo>
                  <a:cubicBezTo>
                    <a:pt x="5288551" y="196401"/>
                    <a:pt x="5251239" y="242089"/>
                    <a:pt x="5192497" y="255289"/>
                  </a:cubicBezTo>
                  <a:lnTo>
                    <a:pt x="5188391" y="255851"/>
                  </a:lnTo>
                  <a:lnTo>
                    <a:pt x="5298631" y="465545"/>
                  </a:lnTo>
                  <a:lnTo>
                    <a:pt x="5240369" y="465545"/>
                  </a:lnTo>
                  <a:lnTo>
                    <a:pt x="5135989" y="261330"/>
                  </a:lnTo>
                  <a:lnTo>
                    <a:pt x="5024863" y="261330"/>
                  </a:lnTo>
                  <a:lnTo>
                    <a:pt x="5024863" y="465545"/>
                  </a:lnTo>
                  <a:lnTo>
                    <a:pt x="4976117" y="465545"/>
                  </a:lnTo>
                  <a:close/>
                  <a:moveTo>
                    <a:pt x="3434731" y="4835"/>
                  </a:moveTo>
                  <a:lnTo>
                    <a:pt x="3483477" y="4835"/>
                  </a:lnTo>
                  <a:lnTo>
                    <a:pt x="3617301" y="4835"/>
                  </a:lnTo>
                  <a:lnTo>
                    <a:pt x="3617301" y="5351"/>
                  </a:lnTo>
                  <a:lnTo>
                    <a:pt x="3623863" y="5351"/>
                  </a:lnTo>
                  <a:cubicBezTo>
                    <a:pt x="3698835" y="9395"/>
                    <a:pt x="3747165" y="60555"/>
                    <a:pt x="3747165" y="128653"/>
                  </a:cubicBezTo>
                  <a:lnTo>
                    <a:pt x="3747165" y="136815"/>
                  </a:lnTo>
                  <a:cubicBezTo>
                    <a:pt x="3747165" y="196401"/>
                    <a:pt x="3709853" y="242089"/>
                    <a:pt x="3651111" y="255289"/>
                  </a:cubicBezTo>
                  <a:lnTo>
                    <a:pt x="3647005" y="255851"/>
                  </a:lnTo>
                  <a:lnTo>
                    <a:pt x="3757245" y="465545"/>
                  </a:lnTo>
                  <a:lnTo>
                    <a:pt x="3698983" y="465545"/>
                  </a:lnTo>
                  <a:lnTo>
                    <a:pt x="3594603" y="261330"/>
                  </a:lnTo>
                  <a:lnTo>
                    <a:pt x="3483477" y="261330"/>
                  </a:lnTo>
                  <a:lnTo>
                    <a:pt x="3483477" y="465545"/>
                  </a:lnTo>
                  <a:lnTo>
                    <a:pt x="3434731" y="465545"/>
                  </a:lnTo>
                  <a:close/>
                  <a:moveTo>
                    <a:pt x="3062719" y="4835"/>
                  </a:moveTo>
                  <a:lnTo>
                    <a:pt x="3111465" y="4835"/>
                  </a:lnTo>
                  <a:lnTo>
                    <a:pt x="3348437" y="4835"/>
                  </a:lnTo>
                  <a:lnTo>
                    <a:pt x="3348437" y="48621"/>
                  </a:lnTo>
                  <a:lnTo>
                    <a:pt x="3111465" y="48621"/>
                  </a:lnTo>
                  <a:lnTo>
                    <a:pt x="3111465" y="211054"/>
                  </a:lnTo>
                  <a:lnTo>
                    <a:pt x="3313659" y="211054"/>
                  </a:lnTo>
                  <a:lnTo>
                    <a:pt x="3313659" y="254840"/>
                  </a:lnTo>
                  <a:lnTo>
                    <a:pt x="3111465" y="254840"/>
                  </a:lnTo>
                  <a:lnTo>
                    <a:pt x="3111465" y="421759"/>
                  </a:lnTo>
                  <a:lnTo>
                    <a:pt x="3348437" y="421759"/>
                  </a:lnTo>
                  <a:lnTo>
                    <a:pt x="3348437" y="465545"/>
                  </a:lnTo>
                  <a:lnTo>
                    <a:pt x="3111465" y="465545"/>
                  </a:lnTo>
                  <a:lnTo>
                    <a:pt x="3108350" y="465545"/>
                  </a:lnTo>
                  <a:lnTo>
                    <a:pt x="3062719" y="465545"/>
                  </a:lnTo>
                  <a:close/>
                  <a:moveTo>
                    <a:pt x="2686079" y="4835"/>
                  </a:moveTo>
                  <a:lnTo>
                    <a:pt x="2734825" y="4835"/>
                  </a:lnTo>
                  <a:lnTo>
                    <a:pt x="2971797" y="4835"/>
                  </a:lnTo>
                  <a:lnTo>
                    <a:pt x="2971797" y="48621"/>
                  </a:lnTo>
                  <a:lnTo>
                    <a:pt x="2734825" y="48621"/>
                  </a:lnTo>
                  <a:lnTo>
                    <a:pt x="2734825" y="218352"/>
                  </a:lnTo>
                  <a:lnTo>
                    <a:pt x="2937019" y="218352"/>
                  </a:lnTo>
                  <a:lnTo>
                    <a:pt x="2937019" y="262138"/>
                  </a:lnTo>
                  <a:lnTo>
                    <a:pt x="2734825" y="262138"/>
                  </a:lnTo>
                  <a:lnTo>
                    <a:pt x="2734825" y="465545"/>
                  </a:lnTo>
                  <a:lnTo>
                    <a:pt x="2686079" y="465545"/>
                  </a:lnTo>
                  <a:close/>
                  <a:moveTo>
                    <a:pt x="2404270" y="4835"/>
                  </a:moveTo>
                  <a:lnTo>
                    <a:pt x="2446219" y="4835"/>
                  </a:lnTo>
                  <a:lnTo>
                    <a:pt x="2446220" y="4835"/>
                  </a:lnTo>
                  <a:lnTo>
                    <a:pt x="2448491" y="11049"/>
                  </a:lnTo>
                  <a:lnTo>
                    <a:pt x="2614619" y="465545"/>
                  </a:lnTo>
                  <a:lnTo>
                    <a:pt x="2562510" y="465545"/>
                  </a:lnTo>
                  <a:lnTo>
                    <a:pt x="2526047" y="361259"/>
                  </a:lnTo>
                  <a:lnTo>
                    <a:pt x="2324408" y="361259"/>
                  </a:lnTo>
                  <a:lnTo>
                    <a:pt x="2287458" y="465545"/>
                  </a:lnTo>
                  <a:lnTo>
                    <a:pt x="2235398" y="465545"/>
                  </a:lnTo>
                  <a:lnTo>
                    <a:pt x="2403683" y="6435"/>
                  </a:lnTo>
                  <a:close/>
                  <a:moveTo>
                    <a:pt x="1470324" y="4835"/>
                  </a:moveTo>
                  <a:lnTo>
                    <a:pt x="1512273" y="4835"/>
                  </a:lnTo>
                  <a:lnTo>
                    <a:pt x="1512274" y="4835"/>
                  </a:lnTo>
                  <a:lnTo>
                    <a:pt x="1514545" y="11049"/>
                  </a:lnTo>
                  <a:lnTo>
                    <a:pt x="1680673" y="465545"/>
                  </a:lnTo>
                  <a:lnTo>
                    <a:pt x="1628564" y="465545"/>
                  </a:lnTo>
                  <a:lnTo>
                    <a:pt x="1592101" y="361259"/>
                  </a:lnTo>
                  <a:lnTo>
                    <a:pt x="1390462" y="361259"/>
                  </a:lnTo>
                  <a:lnTo>
                    <a:pt x="1353512" y="465545"/>
                  </a:lnTo>
                  <a:lnTo>
                    <a:pt x="1301452" y="465545"/>
                  </a:lnTo>
                  <a:lnTo>
                    <a:pt x="1469737" y="6435"/>
                  </a:lnTo>
                  <a:close/>
                  <a:moveTo>
                    <a:pt x="771640" y="4835"/>
                  </a:moveTo>
                  <a:lnTo>
                    <a:pt x="820386" y="4835"/>
                  </a:lnTo>
                  <a:lnTo>
                    <a:pt x="954211" y="4835"/>
                  </a:lnTo>
                  <a:lnTo>
                    <a:pt x="954211" y="5351"/>
                  </a:lnTo>
                  <a:lnTo>
                    <a:pt x="960772" y="5351"/>
                  </a:lnTo>
                  <a:cubicBezTo>
                    <a:pt x="1035745" y="9395"/>
                    <a:pt x="1084074" y="60555"/>
                    <a:pt x="1084074" y="128653"/>
                  </a:cubicBezTo>
                  <a:lnTo>
                    <a:pt x="1084074" y="136815"/>
                  </a:lnTo>
                  <a:cubicBezTo>
                    <a:pt x="1084074" y="196401"/>
                    <a:pt x="1046762" y="242089"/>
                    <a:pt x="988021" y="255289"/>
                  </a:cubicBezTo>
                  <a:lnTo>
                    <a:pt x="983914" y="255851"/>
                  </a:lnTo>
                  <a:lnTo>
                    <a:pt x="1094154" y="465545"/>
                  </a:lnTo>
                  <a:lnTo>
                    <a:pt x="1035892" y="465545"/>
                  </a:lnTo>
                  <a:lnTo>
                    <a:pt x="931513" y="261330"/>
                  </a:lnTo>
                  <a:lnTo>
                    <a:pt x="820386" y="261330"/>
                  </a:lnTo>
                  <a:lnTo>
                    <a:pt x="820386" y="465545"/>
                  </a:lnTo>
                  <a:lnTo>
                    <a:pt x="771640" y="465545"/>
                  </a:lnTo>
                  <a:close/>
                  <a:moveTo>
                    <a:pt x="0" y="4835"/>
                  </a:moveTo>
                  <a:lnTo>
                    <a:pt x="48746" y="4835"/>
                  </a:lnTo>
                  <a:lnTo>
                    <a:pt x="285718" y="4835"/>
                  </a:lnTo>
                  <a:lnTo>
                    <a:pt x="285718" y="48621"/>
                  </a:lnTo>
                  <a:lnTo>
                    <a:pt x="48746" y="48621"/>
                  </a:lnTo>
                  <a:lnTo>
                    <a:pt x="48746" y="218352"/>
                  </a:lnTo>
                  <a:lnTo>
                    <a:pt x="250940" y="218352"/>
                  </a:lnTo>
                  <a:lnTo>
                    <a:pt x="250940" y="262138"/>
                  </a:lnTo>
                  <a:lnTo>
                    <a:pt x="48746" y="262138"/>
                  </a:lnTo>
                  <a:lnTo>
                    <a:pt x="48746" y="465545"/>
                  </a:lnTo>
                  <a:lnTo>
                    <a:pt x="0" y="465545"/>
                  </a:lnTo>
                  <a:close/>
                  <a:moveTo>
                    <a:pt x="3958459" y="4745"/>
                  </a:moveTo>
                  <a:lnTo>
                    <a:pt x="4010427" y="4745"/>
                  </a:lnTo>
                  <a:lnTo>
                    <a:pt x="4101179" y="373571"/>
                  </a:lnTo>
                  <a:lnTo>
                    <a:pt x="4193451" y="38549"/>
                  </a:lnTo>
                  <a:lnTo>
                    <a:pt x="4201593" y="8980"/>
                  </a:lnTo>
                  <a:lnTo>
                    <a:pt x="4202755" y="4761"/>
                  </a:lnTo>
                  <a:lnTo>
                    <a:pt x="4235167" y="4761"/>
                  </a:lnTo>
                  <a:lnTo>
                    <a:pt x="4240517" y="4761"/>
                  </a:lnTo>
                  <a:lnTo>
                    <a:pt x="4246787" y="4761"/>
                  </a:lnTo>
                  <a:lnTo>
                    <a:pt x="4248741" y="11859"/>
                  </a:lnTo>
                  <a:lnTo>
                    <a:pt x="4248477" y="12799"/>
                  </a:lnTo>
                  <a:lnTo>
                    <a:pt x="4255569" y="38549"/>
                  </a:lnTo>
                  <a:lnTo>
                    <a:pt x="4347627" y="372791"/>
                  </a:lnTo>
                  <a:lnTo>
                    <a:pt x="4438187" y="4745"/>
                  </a:lnTo>
                  <a:lnTo>
                    <a:pt x="4490153" y="4745"/>
                  </a:lnTo>
                  <a:lnTo>
                    <a:pt x="4372511" y="463141"/>
                  </a:lnTo>
                  <a:lnTo>
                    <a:pt x="4373173" y="465545"/>
                  </a:lnTo>
                  <a:lnTo>
                    <a:pt x="4326895" y="465545"/>
                  </a:lnTo>
                  <a:lnTo>
                    <a:pt x="4324805" y="465545"/>
                  </a:lnTo>
                  <a:lnTo>
                    <a:pt x="4325783" y="461570"/>
                  </a:lnTo>
                  <a:lnTo>
                    <a:pt x="4296003" y="355117"/>
                  </a:lnTo>
                  <a:cubicBezTo>
                    <a:pt x="4279717" y="296724"/>
                    <a:pt x="4263373" y="237934"/>
                    <a:pt x="4247059" y="179343"/>
                  </a:cubicBezTo>
                  <a:lnTo>
                    <a:pt x="4224443" y="98394"/>
                  </a:lnTo>
                  <a:lnTo>
                    <a:pt x="4122661" y="460881"/>
                  </a:lnTo>
                  <a:lnTo>
                    <a:pt x="4123809" y="465545"/>
                  </a:lnTo>
                  <a:lnTo>
                    <a:pt x="4121351" y="465545"/>
                  </a:lnTo>
                  <a:lnTo>
                    <a:pt x="4075847" y="465545"/>
                  </a:lnTo>
                  <a:lnTo>
                    <a:pt x="4076299" y="463905"/>
                  </a:lnTo>
                  <a:close/>
                  <a:moveTo>
                    <a:pt x="2041154" y="606"/>
                  </a:moveTo>
                  <a:cubicBezTo>
                    <a:pt x="2056349" y="359"/>
                    <a:pt x="2072294" y="1572"/>
                    <a:pt x="2088613" y="4631"/>
                  </a:cubicBezTo>
                  <a:cubicBezTo>
                    <a:pt x="2121250" y="10749"/>
                    <a:pt x="2155637" y="28410"/>
                    <a:pt x="2179456" y="51753"/>
                  </a:cubicBezTo>
                  <a:lnTo>
                    <a:pt x="2149031" y="82816"/>
                  </a:lnTo>
                  <a:cubicBezTo>
                    <a:pt x="2140171" y="75943"/>
                    <a:pt x="2113015" y="55262"/>
                    <a:pt x="2089902" y="49338"/>
                  </a:cubicBezTo>
                  <a:cubicBezTo>
                    <a:pt x="2066790" y="43414"/>
                    <a:pt x="2035311" y="41538"/>
                    <a:pt x="2010356" y="47271"/>
                  </a:cubicBezTo>
                  <a:cubicBezTo>
                    <a:pt x="1961313" y="58538"/>
                    <a:pt x="1950824" y="89080"/>
                    <a:pt x="1945875" y="109092"/>
                  </a:cubicBezTo>
                  <a:cubicBezTo>
                    <a:pt x="1940927" y="129104"/>
                    <a:pt x="1942695" y="157841"/>
                    <a:pt x="1961254" y="179474"/>
                  </a:cubicBezTo>
                  <a:cubicBezTo>
                    <a:pt x="1970128" y="189817"/>
                    <a:pt x="1993388" y="198637"/>
                    <a:pt x="2016102" y="205119"/>
                  </a:cubicBezTo>
                  <a:cubicBezTo>
                    <a:pt x="2038816" y="211602"/>
                    <a:pt x="2073552" y="213407"/>
                    <a:pt x="2097538" y="218369"/>
                  </a:cubicBezTo>
                  <a:cubicBezTo>
                    <a:pt x="2177050" y="234818"/>
                    <a:pt x="2196293" y="288784"/>
                    <a:pt x="2199589" y="323221"/>
                  </a:cubicBezTo>
                  <a:cubicBezTo>
                    <a:pt x="2202884" y="357658"/>
                    <a:pt x="2193276" y="391877"/>
                    <a:pt x="2175544" y="415287"/>
                  </a:cubicBezTo>
                  <a:cubicBezTo>
                    <a:pt x="2157812" y="438696"/>
                    <a:pt x="2127442" y="456064"/>
                    <a:pt x="2093197" y="463679"/>
                  </a:cubicBezTo>
                  <a:cubicBezTo>
                    <a:pt x="2058951" y="471294"/>
                    <a:pt x="2012248" y="473487"/>
                    <a:pt x="1970071" y="460977"/>
                  </a:cubicBezTo>
                  <a:cubicBezTo>
                    <a:pt x="1927894" y="448468"/>
                    <a:pt x="1892569" y="421821"/>
                    <a:pt x="1883810" y="408031"/>
                  </a:cubicBezTo>
                  <a:lnTo>
                    <a:pt x="1916305" y="375403"/>
                  </a:lnTo>
                  <a:cubicBezTo>
                    <a:pt x="1932942" y="391540"/>
                    <a:pt x="1951342" y="405436"/>
                    <a:pt x="1978754" y="415726"/>
                  </a:cubicBezTo>
                  <a:cubicBezTo>
                    <a:pt x="2007451" y="426499"/>
                    <a:pt x="2063835" y="427861"/>
                    <a:pt x="2086063" y="420630"/>
                  </a:cubicBezTo>
                  <a:cubicBezTo>
                    <a:pt x="2108291" y="413400"/>
                    <a:pt x="2152869" y="395917"/>
                    <a:pt x="2150946" y="338373"/>
                  </a:cubicBezTo>
                  <a:cubicBezTo>
                    <a:pt x="2148007" y="250467"/>
                    <a:pt x="2066791" y="264774"/>
                    <a:pt x="2001684" y="249873"/>
                  </a:cubicBezTo>
                  <a:cubicBezTo>
                    <a:pt x="1968558" y="242291"/>
                    <a:pt x="1944476" y="232508"/>
                    <a:pt x="1923956" y="211548"/>
                  </a:cubicBezTo>
                  <a:cubicBezTo>
                    <a:pt x="1898465" y="185510"/>
                    <a:pt x="1892322" y="139460"/>
                    <a:pt x="1897264" y="108203"/>
                  </a:cubicBezTo>
                  <a:cubicBezTo>
                    <a:pt x="1902170" y="77180"/>
                    <a:pt x="1914171" y="48942"/>
                    <a:pt x="1947105" y="27960"/>
                  </a:cubicBezTo>
                  <a:cubicBezTo>
                    <a:pt x="1963630" y="17003"/>
                    <a:pt x="1974071" y="10371"/>
                    <a:pt x="1998192" y="5339"/>
                  </a:cubicBezTo>
                  <a:cubicBezTo>
                    <a:pt x="2011513" y="2559"/>
                    <a:pt x="2025959" y="853"/>
                    <a:pt x="2041154" y="606"/>
                  </a:cubicBezTo>
                  <a:close/>
                  <a:moveTo>
                    <a:pt x="4707063" y="0"/>
                  </a:moveTo>
                  <a:lnTo>
                    <a:pt x="4717387" y="0"/>
                  </a:lnTo>
                  <a:cubicBezTo>
                    <a:pt x="4803519" y="0"/>
                    <a:pt x="4873343" y="69824"/>
                    <a:pt x="4873343" y="155956"/>
                  </a:cubicBezTo>
                  <a:lnTo>
                    <a:pt x="4873343" y="312596"/>
                  </a:lnTo>
                  <a:cubicBezTo>
                    <a:pt x="4873343" y="398728"/>
                    <a:pt x="4803519" y="468552"/>
                    <a:pt x="4717387" y="468552"/>
                  </a:cubicBezTo>
                  <a:lnTo>
                    <a:pt x="4707063" y="468552"/>
                  </a:lnTo>
                  <a:cubicBezTo>
                    <a:pt x="4620931" y="468552"/>
                    <a:pt x="4551107" y="398728"/>
                    <a:pt x="4551107" y="312596"/>
                  </a:cubicBezTo>
                  <a:cubicBezTo>
                    <a:pt x="4551107" y="260383"/>
                    <a:pt x="4551645" y="216257"/>
                    <a:pt x="4551645" y="164044"/>
                  </a:cubicBezTo>
                  <a:cubicBezTo>
                    <a:pt x="4553803" y="67667"/>
                    <a:pt x="4611765" y="5931"/>
                    <a:pt x="4707063" y="0"/>
                  </a:cubicBezTo>
                  <a:close/>
                  <a:moveTo>
                    <a:pt x="496236" y="0"/>
                  </a:moveTo>
                  <a:lnTo>
                    <a:pt x="506560" y="0"/>
                  </a:lnTo>
                  <a:cubicBezTo>
                    <a:pt x="592693" y="0"/>
                    <a:pt x="662516" y="69824"/>
                    <a:pt x="662516" y="155956"/>
                  </a:cubicBezTo>
                  <a:lnTo>
                    <a:pt x="662516" y="312596"/>
                  </a:lnTo>
                  <a:cubicBezTo>
                    <a:pt x="662516" y="398728"/>
                    <a:pt x="592693" y="468552"/>
                    <a:pt x="506560" y="468552"/>
                  </a:cubicBezTo>
                  <a:lnTo>
                    <a:pt x="496236" y="468552"/>
                  </a:lnTo>
                  <a:cubicBezTo>
                    <a:pt x="410104" y="468552"/>
                    <a:pt x="340280" y="398728"/>
                    <a:pt x="340280" y="312596"/>
                  </a:cubicBezTo>
                  <a:cubicBezTo>
                    <a:pt x="340280" y="260383"/>
                    <a:pt x="340819" y="216257"/>
                    <a:pt x="340819" y="164044"/>
                  </a:cubicBezTo>
                  <a:cubicBezTo>
                    <a:pt x="342976" y="67667"/>
                    <a:pt x="400938" y="5931"/>
                    <a:pt x="496236" y="0"/>
                  </a:cubicBezTo>
                  <a:close/>
                </a:path>
              </a:pathLst>
            </a:custGeom>
            <a:grpFill/>
          </p:spPr>
          <p:txBody>
            <a:bodyPr wrap="square" rtlCol="0" anchor="ctr">
              <a:noAutofit/>
            </a:bodyPr>
            <a:lstStyle/>
            <a:p>
              <a:pPr algn="ctr">
                <a:buNone/>
              </a:pPr>
              <a:endParaRPr lang="en-GB" sz="1200">
                <a:solidFill>
                  <a:schemeClr val="tx2"/>
                </a:solidFill>
                <a:latin typeface="+mn-lt"/>
              </a:endParaRPr>
            </a:p>
          </p:txBody>
        </p:sp>
        <p:sp>
          <p:nvSpPr>
            <p:cNvPr id="86" name="Freihandform: Form 16">
              <a:extLst>
                <a:ext uri="{FF2B5EF4-FFF2-40B4-BE49-F238E27FC236}">
                  <a16:creationId xmlns:a16="http://schemas.microsoft.com/office/drawing/2014/main" id="{1526854A-4F4D-8B62-0B9F-5175AA71F5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480658" y="3564296"/>
              <a:ext cx="10339200" cy="1795153"/>
            </a:xfrm>
            <a:custGeom>
              <a:avLst/>
              <a:gdLst>
                <a:gd name="connsiteX0" fmla="*/ 4196821 w 11362354"/>
                <a:gd name="connsiteY0" fmla="*/ 1846406 h 1972800"/>
                <a:gd name="connsiteX1" fmla="*/ 4515841 w 11362354"/>
                <a:gd name="connsiteY1" fmla="*/ 1846406 h 1972800"/>
                <a:gd name="connsiteX2" fmla="*/ 4302401 w 11362354"/>
                <a:gd name="connsiteY2" fmla="*/ 1972800 h 1972800"/>
                <a:gd name="connsiteX3" fmla="*/ 4276590 w 11362354"/>
                <a:gd name="connsiteY3" fmla="*/ 1972800 h 1972800"/>
                <a:gd name="connsiteX4" fmla="*/ 10408772 w 11362354"/>
                <a:gd name="connsiteY4" fmla="*/ 1547682 h 1972800"/>
                <a:gd name="connsiteX5" fmla="*/ 11236685 w 11362354"/>
                <a:gd name="connsiteY5" fmla="*/ 1547682 h 1972800"/>
                <a:gd name="connsiteX6" fmla="*/ 11013744 w 11362354"/>
                <a:gd name="connsiteY6" fmla="*/ 1726479 h 1972800"/>
                <a:gd name="connsiteX7" fmla="*/ 10702056 w 11362354"/>
                <a:gd name="connsiteY7" fmla="*/ 1776200 h 1972800"/>
                <a:gd name="connsiteX8" fmla="*/ 10408772 w 11362354"/>
                <a:gd name="connsiteY8" fmla="*/ 1703049 h 1972800"/>
                <a:gd name="connsiteX9" fmla="*/ 9781432 w 11362354"/>
                <a:gd name="connsiteY9" fmla="*/ 1544408 h 1972800"/>
                <a:gd name="connsiteX10" fmla="*/ 10286039 w 11362354"/>
                <a:gd name="connsiteY10" fmla="*/ 1544408 h 1972800"/>
                <a:gd name="connsiteX11" fmla="*/ 10286039 w 11362354"/>
                <a:gd name="connsiteY11" fmla="*/ 1763438 h 1972800"/>
                <a:gd name="connsiteX12" fmla="*/ 9781432 w 11362354"/>
                <a:gd name="connsiteY12" fmla="*/ 1763438 h 1972800"/>
                <a:gd name="connsiteX13" fmla="*/ 8877431 w 11362354"/>
                <a:gd name="connsiteY13" fmla="*/ 1544408 h 1972800"/>
                <a:gd name="connsiteX14" fmla="*/ 9382033 w 11362354"/>
                <a:gd name="connsiteY14" fmla="*/ 1544408 h 1972800"/>
                <a:gd name="connsiteX15" fmla="*/ 9382033 w 11362354"/>
                <a:gd name="connsiteY15" fmla="*/ 1763438 h 1972800"/>
                <a:gd name="connsiteX16" fmla="*/ 8877431 w 11362354"/>
                <a:gd name="connsiteY16" fmla="*/ 1763438 h 1972800"/>
                <a:gd name="connsiteX17" fmla="*/ 7955283 w 11362354"/>
                <a:gd name="connsiteY17" fmla="*/ 1544408 h 1972800"/>
                <a:gd name="connsiteX18" fmla="*/ 8501703 w 11362354"/>
                <a:gd name="connsiteY18" fmla="*/ 1544408 h 1972800"/>
                <a:gd name="connsiteX19" fmla="*/ 8501703 w 11362354"/>
                <a:gd name="connsiteY19" fmla="*/ 1763438 h 1972800"/>
                <a:gd name="connsiteX20" fmla="*/ 8046371 w 11362354"/>
                <a:gd name="connsiteY20" fmla="*/ 1763438 h 1972800"/>
                <a:gd name="connsiteX21" fmla="*/ 7193139 w 11362354"/>
                <a:gd name="connsiteY21" fmla="*/ 1544408 h 1972800"/>
                <a:gd name="connsiteX22" fmla="*/ 7648159 w 11362354"/>
                <a:gd name="connsiteY22" fmla="*/ 1544408 h 1972800"/>
                <a:gd name="connsiteX23" fmla="*/ 7648159 w 11362354"/>
                <a:gd name="connsiteY23" fmla="*/ 1763438 h 1972800"/>
                <a:gd name="connsiteX24" fmla="*/ 7193139 w 11362354"/>
                <a:gd name="connsiteY24" fmla="*/ 1763438 h 1972800"/>
                <a:gd name="connsiteX25" fmla="*/ 6188669 w 11362354"/>
                <a:gd name="connsiteY25" fmla="*/ 1544408 h 1972800"/>
                <a:gd name="connsiteX26" fmla="*/ 7080275 w 11362354"/>
                <a:gd name="connsiteY26" fmla="*/ 1544408 h 1972800"/>
                <a:gd name="connsiteX27" fmla="*/ 7080275 w 11362354"/>
                <a:gd name="connsiteY27" fmla="*/ 1763438 h 1972800"/>
                <a:gd name="connsiteX28" fmla="*/ 6188669 w 11362354"/>
                <a:gd name="connsiteY28" fmla="*/ 1763438 h 1972800"/>
                <a:gd name="connsiteX29" fmla="*/ 4886266 w 11362354"/>
                <a:gd name="connsiteY29" fmla="*/ 1544408 h 1972800"/>
                <a:gd name="connsiteX30" fmla="*/ 5979839 w 11362354"/>
                <a:gd name="connsiteY30" fmla="*/ 1544408 h 1972800"/>
                <a:gd name="connsiteX31" fmla="*/ 5557257 w 11362354"/>
                <a:gd name="connsiteY31" fmla="*/ 1763438 h 1972800"/>
                <a:gd name="connsiteX32" fmla="*/ 5308843 w 11362354"/>
                <a:gd name="connsiteY32" fmla="*/ 1763438 h 1972800"/>
                <a:gd name="connsiteX33" fmla="*/ 4886266 w 11362354"/>
                <a:gd name="connsiteY33" fmla="*/ 1544408 h 1972800"/>
                <a:gd name="connsiteX34" fmla="*/ 2285298 w 11362354"/>
                <a:gd name="connsiteY34" fmla="*/ 1544408 h 1972800"/>
                <a:gd name="connsiteX35" fmla="*/ 3183254 w 11362354"/>
                <a:gd name="connsiteY35" fmla="*/ 1544408 h 1972800"/>
                <a:gd name="connsiteX36" fmla="*/ 3183254 w 11362354"/>
                <a:gd name="connsiteY36" fmla="*/ 1763438 h 1972800"/>
                <a:gd name="connsiteX37" fmla="*/ 2285298 w 11362354"/>
                <a:gd name="connsiteY37" fmla="*/ 1763438 h 1972800"/>
                <a:gd name="connsiteX38" fmla="*/ 1699767 w 11362354"/>
                <a:gd name="connsiteY38" fmla="*/ 1544408 h 1972800"/>
                <a:gd name="connsiteX39" fmla="*/ 2161050 w 11362354"/>
                <a:gd name="connsiteY39" fmla="*/ 1544408 h 1972800"/>
                <a:gd name="connsiteX40" fmla="*/ 2265828 w 11362354"/>
                <a:gd name="connsiteY40" fmla="*/ 1763438 h 1972800"/>
                <a:gd name="connsiteX41" fmla="*/ 1796468 w 11362354"/>
                <a:gd name="connsiteY41" fmla="*/ 1763438 h 1972800"/>
                <a:gd name="connsiteX42" fmla="*/ 985097 w 11362354"/>
                <a:gd name="connsiteY42" fmla="*/ 1544408 h 1972800"/>
                <a:gd name="connsiteX43" fmla="*/ 1468672 w 11362354"/>
                <a:gd name="connsiteY43" fmla="*/ 1544408 h 1972800"/>
                <a:gd name="connsiteX44" fmla="*/ 1468672 w 11362354"/>
                <a:gd name="connsiteY44" fmla="*/ 1763438 h 1972800"/>
                <a:gd name="connsiteX45" fmla="*/ 985097 w 11362354"/>
                <a:gd name="connsiteY45" fmla="*/ 1763438 h 1972800"/>
                <a:gd name="connsiteX46" fmla="*/ 0 w 11362354"/>
                <a:gd name="connsiteY46" fmla="*/ 1544408 h 1972800"/>
                <a:gd name="connsiteX47" fmla="*/ 506025 w 11362354"/>
                <a:gd name="connsiteY47" fmla="*/ 1544408 h 1972800"/>
                <a:gd name="connsiteX48" fmla="*/ 506025 w 11362354"/>
                <a:gd name="connsiteY48" fmla="*/ 1763438 h 1972800"/>
                <a:gd name="connsiteX49" fmla="*/ 498505 w 11362354"/>
                <a:gd name="connsiteY49" fmla="*/ 1763438 h 1972800"/>
                <a:gd name="connsiteX50" fmla="*/ 7520 w 11362354"/>
                <a:gd name="connsiteY50" fmla="*/ 1763438 h 1972800"/>
                <a:gd name="connsiteX51" fmla="*/ 0 w 11362354"/>
                <a:gd name="connsiteY51" fmla="*/ 1763438 h 1972800"/>
                <a:gd name="connsiteX52" fmla="*/ 3478763 w 11362354"/>
                <a:gd name="connsiteY52" fmla="*/ 1544407 h 1972800"/>
                <a:gd name="connsiteX53" fmla="*/ 4486152 w 11362354"/>
                <a:gd name="connsiteY53" fmla="*/ 1544407 h 1972800"/>
                <a:gd name="connsiteX54" fmla="*/ 4479313 w 11362354"/>
                <a:gd name="connsiteY54" fmla="*/ 1555187 h 1972800"/>
                <a:gd name="connsiteX55" fmla="*/ 4654042 w 11362354"/>
                <a:gd name="connsiteY55" fmla="*/ 1763437 h 1972800"/>
                <a:gd name="connsiteX56" fmla="*/ 3697470 w 11362354"/>
                <a:gd name="connsiteY56" fmla="*/ 1763437 h 1972800"/>
                <a:gd name="connsiteX57" fmla="*/ 3478763 w 11362354"/>
                <a:gd name="connsiteY57" fmla="*/ 1544407 h 1972800"/>
                <a:gd name="connsiteX58" fmla="*/ 10408772 w 11362354"/>
                <a:gd name="connsiteY58" fmla="*/ 1290902 h 1972800"/>
                <a:gd name="connsiteX59" fmla="*/ 10568570 w 11362354"/>
                <a:gd name="connsiteY59" fmla="*/ 1290902 h 1972800"/>
                <a:gd name="connsiteX60" fmla="*/ 10590729 w 11362354"/>
                <a:gd name="connsiteY60" fmla="*/ 1313870 h 1972800"/>
                <a:gd name="connsiteX61" fmla="*/ 10721250 w 11362354"/>
                <a:gd name="connsiteY61" fmla="*/ 1365562 h 1972800"/>
                <a:gd name="connsiteX62" fmla="*/ 10855315 w 11362354"/>
                <a:gd name="connsiteY62" fmla="*/ 1290902 h 1972800"/>
                <a:gd name="connsiteX63" fmla="*/ 11214890 w 11362354"/>
                <a:gd name="connsiteY63" fmla="*/ 1290902 h 1972800"/>
                <a:gd name="connsiteX64" fmla="*/ 11346112 w 11362354"/>
                <a:gd name="connsiteY64" fmla="*/ 1290902 h 1972800"/>
                <a:gd name="connsiteX65" fmla="*/ 11280882 w 11362354"/>
                <a:gd name="connsiteY65" fmla="*/ 1465414 h 1972800"/>
                <a:gd name="connsiteX66" fmla="*/ 11214890 w 11362354"/>
                <a:gd name="connsiteY66" fmla="*/ 1465414 h 1972800"/>
                <a:gd name="connsiteX67" fmla="*/ 10408772 w 11362354"/>
                <a:gd name="connsiteY67" fmla="*/ 1465414 h 1972800"/>
                <a:gd name="connsiteX68" fmla="*/ 3354588 w 11362354"/>
                <a:gd name="connsiteY68" fmla="*/ 1288169 h 1972800"/>
                <a:gd name="connsiteX69" fmla="*/ 3891084 w 11362354"/>
                <a:gd name="connsiteY69" fmla="*/ 1288169 h 1972800"/>
                <a:gd name="connsiteX70" fmla="*/ 3982693 w 11362354"/>
                <a:gd name="connsiteY70" fmla="*/ 1333215 h 1972800"/>
                <a:gd name="connsiteX71" fmla="*/ 4074304 w 11362354"/>
                <a:gd name="connsiteY71" fmla="*/ 1288169 h 1972800"/>
                <a:gd name="connsiteX72" fmla="*/ 4610046 w 11362354"/>
                <a:gd name="connsiteY72" fmla="*/ 1288169 h 1972800"/>
                <a:gd name="connsiteX73" fmla="*/ 4535426 w 11362354"/>
                <a:gd name="connsiteY73" fmla="*/ 1462313 h 1972800"/>
                <a:gd name="connsiteX74" fmla="*/ 3429061 w 11362354"/>
                <a:gd name="connsiteY74" fmla="*/ 1462313 h 1972800"/>
                <a:gd name="connsiteX75" fmla="*/ 3354588 w 11362354"/>
                <a:gd name="connsiteY75" fmla="*/ 1288169 h 1972800"/>
                <a:gd name="connsiteX76" fmla="*/ 9781432 w 11362354"/>
                <a:gd name="connsiteY76" fmla="*/ 1288165 h 1972800"/>
                <a:gd name="connsiteX77" fmla="*/ 10286039 w 11362354"/>
                <a:gd name="connsiteY77" fmla="*/ 1288165 h 1972800"/>
                <a:gd name="connsiteX78" fmla="*/ 10286039 w 11362354"/>
                <a:gd name="connsiteY78" fmla="*/ 1462314 h 1972800"/>
                <a:gd name="connsiteX79" fmla="*/ 9781432 w 11362354"/>
                <a:gd name="connsiteY79" fmla="*/ 1462314 h 1972800"/>
                <a:gd name="connsiteX80" fmla="*/ 8877431 w 11362354"/>
                <a:gd name="connsiteY80" fmla="*/ 1288165 h 1972800"/>
                <a:gd name="connsiteX81" fmla="*/ 9382033 w 11362354"/>
                <a:gd name="connsiteY81" fmla="*/ 1288165 h 1972800"/>
                <a:gd name="connsiteX82" fmla="*/ 9382033 w 11362354"/>
                <a:gd name="connsiteY82" fmla="*/ 1462314 h 1972800"/>
                <a:gd name="connsiteX83" fmla="*/ 8877431 w 11362354"/>
                <a:gd name="connsiteY83" fmla="*/ 1462314 h 1972800"/>
                <a:gd name="connsiteX84" fmla="*/ 7848731 w 11362354"/>
                <a:gd name="connsiteY84" fmla="*/ 1288165 h 1972800"/>
                <a:gd name="connsiteX85" fmla="*/ 8501703 w 11362354"/>
                <a:gd name="connsiteY85" fmla="*/ 1288165 h 1972800"/>
                <a:gd name="connsiteX86" fmla="*/ 8501703 w 11362354"/>
                <a:gd name="connsiteY86" fmla="*/ 1462314 h 1972800"/>
                <a:gd name="connsiteX87" fmla="*/ 7921150 w 11362354"/>
                <a:gd name="connsiteY87" fmla="*/ 1462314 h 1972800"/>
                <a:gd name="connsiteX88" fmla="*/ 7193139 w 11362354"/>
                <a:gd name="connsiteY88" fmla="*/ 1288165 h 1972800"/>
                <a:gd name="connsiteX89" fmla="*/ 7648159 w 11362354"/>
                <a:gd name="connsiteY89" fmla="*/ 1288165 h 1972800"/>
                <a:gd name="connsiteX90" fmla="*/ 7648159 w 11362354"/>
                <a:gd name="connsiteY90" fmla="*/ 1462314 h 1972800"/>
                <a:gd name="connsiteX91" fmla="*/ 7193139 w 11362354"/>
                <a:gd name="connsiteY91" fmla="*/ 1462314 h 1972800"/>
                <a:gd name="connsiteX92" fmla="*/ 6188669 w 11362354"/>
                <a:gd name="connsiteY92" fmla="*/ 1288165 h 1972800"/>
                <a:gd name="connsiteX93" fmla="*/ 6674501 w 11362354"/>
                <a:gd name="connsiteY93" fmla="*/ 1288165 h 1972800"/>
                <a:gd name="connsiteX94" fmla="*/ 6674501 w 11362354"/>
                <a:gd name="connsiteY94" fmla="*/ 1351991 h 1972800"/>
                <a:gd name="connsiteX95" fmla="*/ 7080275 w 11362354"/>
                <a:gd name="connsiteY95" fmla="*/ 1351991 h 1972800"/>
                <a:gd name="connsiteX96" fmla="*/ 7080275 w 11362354"/>
                <a:gd name="connsiteY96" fmla="*/ 1462314 h 1972800"/>
                <a:gd name="connsiteX97" fmla="*/ 6188669 w 11362354"/>
                <a:gd name="connsiteY97" fmla="*/ 1462314 h 1972800"/>
                <a:gd name="connsiteX98" fmla="*/ 4794722 w 11362354"/>
                <a:gd name="connsiteY98" fmla="*/ 1288165 h 1972800"/>
                <a:gd name="connsiteX99" fmla="*/ 5308313 w 11362354"/>
                <a:gd name="connsiteY99" fmla="*/ 1288165 h 1972800"/>
                <a:gd name="connsiteX100" fmla="*/ 5433050 w 11362354"/>
                <a:gd name="connsiteY100" fmla="*/ 1363467 h 1972800"/>
                <a:gd name="connsiteX101" fmla="*/ 5557791 w 11362354"/>
                <a:gd name="connsiteY101" fmla="*/ 1288165 h 1972800"/>
                <a:gd name="connsiteX102" fmla="*/ 6071387 w 11362354"/>
                <a:gd name="connsiteY102" fmla="*/ 1288165 h 1972800"/>
                <a:gd name="connsiteX103" fmla="*/ 6026879 w 11362354"/>
                <a:gd name="connsiteY103" fmla="*/ 1462314 h 1972800"/>
                <a:gd name="connsiteX104" fmla="*/ 4839225 w 11362354"/>
                <a:gd name="connsiteY104" fmla="*/ 1462314 h 1972800"/>
                <a:gd name="connsiteX105" fmla="*/ 4794722 w 11362354"/>
                <a:gd name="connsiteY105" fmla="*/ 1288165 h 1972800"/>
                <a:gd name="connsiteX106" fmla="*/ 2285298 w 11362354"/>
                <a:gd name="connsiteY106" fmla="*/ 1288165 h 1972800"/>
                <a:gd name="connsiteX107" fmla="*/ 2771132 w 11362354"/>
                <a:gd name="connsiteY107" fmla="*/ 1288165 h 1972800"/>
                <a:gd name="connsiteX108" fmla="*/ 2771132 w 11362354"/>
                <a:gd name="connsiteY108" fmla="*/ 1351991 h 1972800"/>
                <a:gd name="connsiteX109" fmla="*/ 3183254 w 11362354"/>
                <a:gd name="connsiteY109" fmla="*/ 1351991 h 1972800"/>
                <a:gd name="connsiteX110" fmla="*/ 3183254 w 11362354"/>
                <a:gd name="connsiteY110" fmla="*/ 1462314 h 1972800"/>
                <a:gd name="connsiteX111" fmla="*/ 2285298 w 11362354"/>
                <a:gd name="connsiteY111" fmla="*/ 1462314 h 1972800"/>
                <a:gd name="connsiteX112" fmla="*/ 1586644 w 11362354"/>
                <a:gd name="connsiteY112" fmla="*/ 1288165 h 1972800"/>
                <a:gd name="connsiteX113" fmla="*/ 2038472 w 11362354"/>
                <a:gd name="connsiteY113" fmla="*/ 1288165 h 1972800"/>
                <a:gd name="connsiteX114" fmla="*/ 2121783 w 11362354"/>
                <a:gd name="connsiteY114" fmla="*/ 1462314 h 1972800"/>
                <a:gd name="connsiteX115" fmla="*/ 1663530 w 11362354"/>
                <a:gd name="connsiteY115" fmla="*/ 1462314 h 1972800"/>
                <a:gd name="connsiteX116" fmla="*/ 985097 w 11362354"/>
                <a:gd name="connsiteY116" fmla="*/ 1288165 h 1972800"/>
                <a:gd name="connsiteX117" fmla="*/ 1468672 w 11362354"/>
                <a:gd name="connsiteY117" fmla="*/ 1288165 h 1972800"/>
                <a:gd name="connsiteX118" fmla="*/ 1468672 w 11362354"/>
                <a:gd name="connsiteY118" fmla="*/ 1462314 h 1972800"/>
                <a:gd name="connsiteX119" fmla="*/ 985097 w 11362354"/>
                <a:gd name="connsiteY119" fmla="*/ 1462314 h 1972800"/>
                <a:gd name="connsiteX120" fmla="*/ 0 w 11362354"/>
                <a:gd name="connsiteY120" fmla="*/ 1288165 h 1972800"/>
                <a:gd name="connsiteX121" fmla="*/ 506025 w 11362354"/>
                <a:gd name="connsiteY121" fmla="*/ 1288165 h 1972800"/>
                <a:gd name="connsiteX122" fmla="*/ 506025 w 11362354"/>
                <a:gd name="connsiteY122" fmla="*/ 1462314 h 1972800"/>
                <a:gd name="connsiteX123" fmla="*/ 0 w 11362354"/>
                <a:gd name="connsiteY123" fmla="*/ 1462314 h 1972800"/>
                <a:gd name="connsiteX124" fmla="*/ 10408772 w 11362354"/>
                <a:gd name="connsiteY124" fmla="*/ 1157361 h 1972800"/>
                <a:gd name="connsiteX125" fmla="*/ 10468381 w 11362354"/>
                <a:gd name="connsiteY125" fmla="*/ 1208632 h 1972800"/>
                <a:gd name="connsiteX126" fmla="*/ 10408772 w 11362354"/>
                <a:gd name="connsiteY126" fmla="*/ 1208632 h 1972800"/>
                <a:gd name="connsiteX127" fmla="*/ 10816942 w 11362354"/>
                <a:gd name="connsiteY127" fmla="*/ 1078164 h 1972800"/>
                <a:gd name="connsiteX128" fmla="*/ 11358000 w 11362354"/>
                <a:gd name="connsiteY128" fmla="*/ 1078164 h 1972800"/>
                <a:gd name="connsiteX129" fmla="*/ 11359134 w 11362354"/>
                <a:gd name="connsiteY129" fmla="*/ 1208632 h 1972800"/>
                <a:gd name="connsiteX130" fmla="*/ 11359134 w 11362354"/>
                <a:gd name="connsiteY130" fmla="*/ 1208633 h 1972800"/>
                <a:gd name="connsiteX131" fmla="*/ 10871056 w 11362354"/>
                <a:gd name="connsiteY131" fmla="*/ 1208633 h 1972800"/>
                <a:gd name="connsiteX132" fmla="*/ 10871355 w 11362354"/>
                <a:gd name="connsiteY132" fmla="*/ 1205652 h 1972800"/>
                <a:gd name="connsiteX133" fmla="*/ 10808382 w 11362354"/>
                <a:gd name="connsiteY133" fmla="*/ 1078165 h 1972800"/>
                <a:gd name="connsiteX134" fmla="*/ 10816943 w 11362354"/>
                <a:gd name="connsiteY134" fmla="*/ 1078165 h 1972800"/>
                <a:gd name="connsiteX135" fmla="*/ 9781432 w 11362354"/>
                <a:gd name="connsiteY135" fmla="*/ 1075882 h 1972800"/>
                <a:gd name="connsiteX136" fmla="*/ 10286039 w 11362354"/>
                <a:gd name="connsiteY136" fmla="*/ 1075882 h 1972800"/>
                <a:gd name="connsiteX137" fmla="*/ 10286039 w 11362354"/>
                <a:gd name="connsiteY137" fmla="*/ 1206076 h 1972800"/>
                <a:gd name="connsiteX138" fmla="*/ 9781432 w 11362354"/>
                <a:gd name="connsiteY138" fmla="*/ 1206076 h 1972800"/>
                <a:gd name="connsiteX139" fmla="*/ 8877431 w 11362354"/>
                <a:gd name="connsiteY139" fmla="*/ 1075882 h 1972800"/>
                <a:gd name="connsiteX140" fmla="*/ 9382033 w 11362354"/>
                <a:gd name="connsiteY140" fmla="*/ 1075882 h 1972800"/>
                <a:gd name="connsiteX141" fmla="*/ 9382033 w 11362354"/>
                <a:gd name="connsiteY141" fmla="*/ 1206076 h 1972800"/>
                <a:gd name="connsiteX142" fmla="*/ 8877431 w 11362354"/>
                <a:gd name="connsiteY142" fmla="*/ 1206076 h 1972800"/>
                <a:gd name="connsiteX143" fmla="*/ 7760453 w 11362354"/>
                <a:gd name="connsiteY143" fmla="*/ 1075882 h 1972800"/>
                <a:gd name="connsiteX144" fmla="*/ 8501703 w 11362354"/>
                <a:gd name="connsiteY144" fmla="*/ 1075882 h 1972800"/>
                <a:gd name="connsiteX145" fmla="*/ 8501703 w 11362354"/>
                <a:gd name="connsiteY145" fmla="*/ 1206076 h 1972800"/>
                <a:gd name="connsiteX146" fmla="*/ 7814594 w 11362354"/>
                <a:gd name="connsiteY146" fmla="*/ 1206076 h 1972800"/>
                <a:gd name="connsiteX147" fmla="*/ 7193139 w 11362354"/>
                <a:gd name="connsiteY147" fmla="*/ 1075882 h 1972800"/>
                <a:gd name="connsiteX148" fmla="*/ 7648159 w 11362354"/>
                <a:gd name="connsiteY148" fmla="*/ 1075882 h 1972800"/>
                <a:gd name="connsiteX149" fmla="*/ 7648159 w 11362354"/>
                <a:gd name="connsiteY149" fmla="*/ 1206076 h 1972800"/>
                <a:gd name="connsiteX150" fmla="*/ 7193139 w 11362354"/>
                <a:gd name="connsiteY150" fmla="*/ 1206076 h 1972800"/>
                <a:gd name="connsiteX151" fmla="*/ 6188669 w 11362354"/>
                <a:gd name="connsiteY151" fmla="*/ 1075882 h 1972800"/>
                <a:gd name="connsiteX152" fmla="*/ 6674501 w 11362354"/>
                <a:gd name="connsiteY152" fmla="*/ 1075882 h 1972800"/>
                <a:gd name="connsiteX153" fmla="*/ 6674501 w 11362354"/>
                <a:gd name="connsiteY153" fmla="*/ 1206076 h 1972800"/>
                <a:gd name="connsiteX154" fmla="*/ 6188669 w 11362354"/>
                <a:gd name="connsiteY154" fmla="*/ 1206076 h 1972800"/>
                <a:gd name="connsiteX155" fmla="*/ 5574793 w 11362354"/>
                <a:gd name="connsiteY155" fmla="*/ 1075882 h 1972800"/>
                <a:gd name="connsiteX156" fmla="*/ 6073294 w 11362354"/>
                <a:gd name="connsiteY156" fmla="*/ 1075882 h 1972800"/>
                <a:gd name="connsiteX157" fmla="*/ 6073294 w 11362354"/>
                <a:gd name="connsiteY157" fmla="*/ 1206076 h 1972800"/>
                <a:gd name="connsiteX158" fmla="*/ 5574793 w 11362354"/>
                <a:gd name="connsiteY158" fmla="*/ 1206076 h 1972800"/>
                <a:gd name="connsiteX159" fmla="*/ 4792811 w 11362354"/>
                <a:gd name="connsiteY159" fmla="*/ 1075882 h 1972800"/>
                <a:gd name="connsiteX160" fmla="*/ 5291307 w 11362354"/>
                <a:gd name="connsiteY160" fmla="*/ 1075882 h 1972800"/>
                <a:gd name="connsiteX161" fmla="*/ 5291307 w 11362354"/>
                <a:gd name="connsiteY161" fmla="*/ 1206076 h 1972800"/>
                <a:gd name="connsiteX162" fmla="*/ 4792811 w 11362354"/>
                <a:gd name="connsiteY162" fmla="*/ 1206076 h 1972800"/>
                <a:gd name="connsiteX163" fmla="*/ 2285298 w 11362354"/>
                <a:gd name="connsiteY163" fmla="*/ 1075882 h 1972800"/>
                <a:gd name="connsiteX164" fmla="*/ 2771132 w 11362354"/>
                <a:gd name="connsiteY164" fmla="*/ 1075882 h 1972800"/>
                <a:gd name="connsiteX165" fmla="*/ 2771132 w 11362354"/>
                <a:gd name="connsiteY165" fmla="*/ 1206076 h 1972800"/>
                <a:gd name="connsiteX166" fmla="*/ 2285298 w 11362354"/>
                <a:gd name="connsiteY166" fmla="*/ 1206076 h 1972800"/>
                <a:gd name="connsiteX167" fmla="*/ 1492927 w 11362354"/>
                <a:gd name="connsiteY167" fmla="*/ 1075882 h 1972800"/>
                <a:gd name="connsiteX168" fmla="*/ 1945589 w 11362354"/>
                <a:gd name="connsiteY168" fmla="*/ 1075882 h 1972800"/>
                <a:gd name="connsiteX169" fmla="*/ 1940491 w 11362354"/>
                <a:gd name="connsiteY169" fmla="*/ 1080455 h 1972800"/>
                <a:gd name="connsiteX170" fmla="*/ 1939110 w 11362354"/>
                <a:gd name="connsiteY170" fmla="*/ 1080455 h 1972800"/>
                <a:gd name="connsiteX171" fmla="*/ 1939524 w 11362354"/>
                <a:gd name="connsiteY171" fmla="*/ 1081320 h 1972800"/>
                <a:gd name="connsiteX172" fmla="*/ 1938345 w 11362354"/>
                <a:gd name="connsiteY172" fmla="*/ 1082361 h 1972800"/>
                <a:gd name="connsiteX173" fmla="*/ 1940022 w 11362354"/>
                <a:gd name="connsiteY173" fmla="*/ 1082361 h 1972800"/>
                <a:gd name="connsiteX174" fmla="*/ 1999205 w 11362354"/>
                <a:gd name="connsiteY174" fmla="*/ 1206076 h 1972800"/>
                <a:gd name="connsiteX175" fmla="*/ 1550403 w 11362354"/>
                <a:gd name="connsiteY175" fmla="*/ 1206076 h 1972800"/>
                <a:gd name="connsiteX176" fmla="*/ 985097 w 11362354"/>
                <a:gd name="connsiteY176" fmla="*/ 1075882 h 1972800"/>
                <a:gd name="connsiteX177" fmla="*/ 1468672 w 11362354"/>
                <a:gd name="connsiteY177" fmla="*/ 1075882 h 1972800"/>
                <a:gd name="connsiteX178" fmla="*/ 1468672 w 11362354"/>
                <a:gd name="connsiteY178" fmla="*/ 1206076 h 1972800"/>
                <a:gd name="connsiteX179" fmla="*/ 985097 w 11362354"/>
                <a:gd name="connsiteY179" fmla="*/ 1206076 h 1972800"/>
                <a:gd name="connsiteX180" fmla="*/ 0 w 11362354"/>
                <a:gd name="connsiteY180" fmla="*/ 1075882 h 1972800"/>
                <a:gd name="connsiteX181" fmla="*/ 877145 w 11362354"/>
                <a:gd name="connsiteY181" fmla="*/ 1075882 h 1972800"/>
                <a:gd name="connsiteX182" fmla="*/ 877145 w 11362354"/>
                <a:gd name="connsiteY182" fmla="*/ 1098345 h 1972800"/>
                <a:gd name="connsiteX183" fmla="*/ 869625 w 11362354"/>
                <a:gd name="connsiteY183" fmla="*/ 1098345 h 1972800"/>
                <a:gd name="connsiteX184" fmla="*/ 506025 w 11362354"/>
                <a:gd name="connsiteY184" fmla="*/ 1098345 h 1972800"/>
                <a:gd name="connsiteX185" fmla="*/ 506025 w 11362354"/>
                <a:gd name="connsiteY185" fmla="*/ 1206076 h 1972800"/>
                <a:gd name="connsiteX186" fmla="*/ 0 w 11362354"/>
                <a:gd name="connsiteY186" fmla="*/ 1206076 h 1972800"/>
                <a:gd name="connsiteX187" fmla="*/ 4174413 w 11362354"/>
                <a:gd name="connsiteY187" fmla="*/ 1075881 h 1972800"/>
                <a:gd name="connsiteX188" fmla="*/ 4660572 w 11362354"/>
                <a:gd name="connsiteY188" fmla="*/ 1075881 h 1972800"/>
                <a:gd name="connsiteX189" fmla="*/ 4633997 w 11362354"/>
                <a:gd name="connsiteY189" fmla="*/ 1206075 h 1972800"/>
                <a:gd name="connsiteX190" fmla="*/ 4129883 w 11362354"/>
                <a:gd name="connsiteY190" fmla="*/ 1206075 h 1972800"/>
                <a:gd name="connsiteX191" fmla="*/ 4174413 w 11362354"/>
                <a:gd name="connsiteY191" fmla="*/ 1075881 h 1972800"/>
                <a:gd name="connsiteX192" fmla="*/ 3305162 w 11362354"/>
                <a:gd name="connsiteY192" fmla="*/ 1075881 h 1972800"/>
                <a:gd name="connsiteX193" fmla="*/ 3790976 w 11362354"/>
                <a:gd name="connsiteY193" fmla="*/ 1075881 h 1972800"/>
                <a:gd name="connsiteX194" fmla="*/ 3835506 w 11362354"/>
                <a:gd name="connsiteY194" fmla="*/ 1206075 h 1972800"/>
                <a:gd name="connsiteX195" fmla="*/ 3330959 w 11362354"/>
                <a:gd name="connsiteY195" fmla="*/ 1206075 h 1972800"/>
                <a:gd name="connsiteX196" fmla="*/ 3305162 w 11362354"/>
                <a:gd name="connsiteY196" fmla="*/ 1075881 h 1972800"/>
                <a:gd name="connsiteX197" fmla="*/ 10587776 w 11362354"/>
                <a:gd name="connsiteY197" fmla="*/ 879486 h 1972800"/>
                <a:gd name="connsiteX198" fmla="*/ 11280821 w 11362354"/>
                <a:gd name="connsiteY198" fmla="*/ 879486 h 1972800"/>
                <a:gd name="connsiteX199" fmla="*/ 11338792 w 11362354"/>
                <a:gd name="connsiteY199" fmla="*/ 993628 h 1972800"/>
                <a:gd name="connsiteX200" fmla="*/ 10727828 w 11362354"/>
                <a:gd name="connsiteY200" fmla="*/ 995899 h 1972800"/>
                <a:gd name="connsiteX201" fmla="*/ 9781432 w 11362354"/>
                <a:gd name="connsiteY201" fmla="*/ 877625 h 1972800"/>
                <a:gd name="connsiteX202" fmla="*/ 10286039 w 11362354"/>
                <a:gd name="connsiteY202" fmla="*/ 877625 h 1972800"/>
                <a:gd name="connsiteX203" fmla="*/ 10286039 w 11362354"/>
                <a:gd name="connsiteY203" fmla="*/ 993788 h 1972800"/>
                <a:gd name="connsiteX204" fmla="*/ 9781432 w 11362354"/>
                <a:gd name="connsiteY204" fmla="*/ 993788 h 1972800"/>
                <a:gd name="connsiteX205" fmla="*/ 8877431 w 11362354"/>
                <a:gd name="connsiteY205" fmla="*/ 877625 h 1972800"/>
                <a:gd name="connsiteX206" fmla="*/ 9382033 w 11362354"/>
                <a:gd name="connsiteY206" fmla="*/ 877625 h 1972800"/>
                <a:gd name="connsiteX207" fmla="*/ 9382033 w 11362354"/>
                <a:gd name="connsiteY207" fmla="*/ 993788 h 1972800"/>
                <a:gd name="connsiteX208" fmla="*/ 8877431 w 11362354"/>
                <a:gd name="connsiteY208" fmla="*/ 993788 h 1972800"/>
                <a:gd name="connsiteX209" fmla="*/ 7678004 w 11362354"/>
                <a:gd name="connsiteY209" fmla="*/ 877625 h 1972800"/>
                <a:gd name="connsiteX210" fmla="*/ 8501703 w 11362354"/>
                <a:gd name="connsiteY210" fmla="*/ 877625 h 1972800"/>
                <a:gd name="connsiteX211" fmla="*/ 8501703 w 11362354"/>
                <a:gd name="connsiteY211" fmla="*/ 993788 h 1972800"/>
                <a:gd name="connsiteX212" fmla="*/ 7726316 w 11362354"/>
                <a:gd name="connsiteY212" fmla="*/ 993788 h 1972800"/>
                <a:gd name="connsiteX213" fmla="*/ 7193139 w 11362354"/>
                <a:gd name="connsiteY213" fmla="*/ 877625 h 1972800"/>
                <a:gd name="connsiteX214" fmla="*/ 7648159 w 11362354"/>
                <a:gd name="connsiteY214" fmla="*/ 877625 h 1972800"/>
                <a:gd name="connsiteX215" fmla="*/ 7648159 w 11362354"/>
                <a:gd name="connsiteY215" fmla="*/ 993788 h 1972800"/>
                <a:gd name="connsiteX216" fmla="*/ 7193139 w 11362354"/>
                <a:gd name="connsiteY216" fmla="*/ 993788 h 1972800"/>
                <a:gd name="connsiteX217" fmla="*/ 6188669 w 11362354"/>
                <a:gd name="connsiteY217" fmla="*/ 877625 h 1972800"/>
                <a:gd name="connsiteX218" fmla="*/ 7056268 w 11362354"/>
                <a:gd name="connsiteY218" fmla="*/ 877625 h 1972800"/>
                <a:gd name="connsiteX219" fmla="*/ 7056268 w 11362354"/>
                <a:gd name="connsiteY219" fmla="*/ 988326 h 1972800"/>
                <a:gd name="connsiteX220" fmla="*/ 6674501 w 11362354"/>
                <a:gd name="connsiteY220" fmla="*/ 988326 h 1972800"/>
                <a:gd name="connsiteX221" fmla="*/ 6674501 w 11362354"/>
                <a:gd name="connsiteY221" fmla="*/ 993788 h 1972800"/>
                <a:gd name="connsiteX222" fmla="*/ 6188669 w 11362354"/>
                <a:gd name="connsiteY222" fmla="*/ 993788 h 1972800"/>
                <a:gd name="connsiteX223" fmla="*/ 5574793 w 11362354"/>
                <a:gd name="connsiteY223" fmla="*/ 877625 h 1972800"/>
                <a:gd name="connsiteX224" fmla="*/ 6073294 w 11362354"/>
                <a:gd name="connsiteY224" fmla="*/ 877625 h 1972800"/>
                <a:gd name="connsiteX225" fmla="*/ 6073294 w 11362354"/>
                <a:gd name="connsiteY225" fmla="*/ 993788 h 1972800"/>
                <a:gd name="connsiteX226" fmla="*/ 5574793 w 11362354"/>
                <a:gd name="connsiteY226" fmla="*/ 993788 h 1972800"/>
                <a:gd name="connsiteX227" fmla="*/ 4792811 w 11362354"/>
                <a:gd name="connsiteY227" fmla="*/ 877625 h 1972800"/>
                <a:gd name="connsiteX228" fmla="*/ 5291307 w 11362354"/>
                <a:gd name="connsiteY228" fmla="*/ 877625 h 1972800"/>
                <a:gd name="connsiteX229" fmla="*/ 5291307 w 11362354"/>
                <a:gd name="connsiteY229" fmla="*/ 993788 h 1972800"/>
                <a:gd name="connsiteX230" fmla="*/ 4792811 w 11362354"/>
                <a:gd name="connsiteY230" fmla="*/ 993788 h 1972800"/>
                <a:gd name="connsiteX231" fmla="*/ 2285298 w 11362354"/>
                <a:gd name="connsiteY231" fmla="*/ 877625 h 1972800"/>
                <a:gd name="connsiteX232" fmla="*/ 3161500 w 11362354"/>
                <a:gd name="connsiteY232" fmla="*/ 877625 h 1972800"/>
                <a:gd name="connsiteX233" fmla="*/ 3161500 w 11362354"/>
                <a:gd name="connsiteY233" fmla="*/ 988326 h 1972800"/>
                <a:gd name="connsiteX234" fmla="*/ 2771132 w 11362354"/>
                <a:gd name="connsiteY234" fmla="*/ 988326 h 1972800"/>
                <a:gd name="connsiteX235" fmla="*/ 2771132 w 11362354"/>
                <a:gd name="connsiteY235" fmla="*/ 993788 h 1972800"/>
                <a:gd name="connsiteX236" fmla="*/ 2285298 w 11362354"/>
                <a:gd name="connsiteY236" fmla="*/ 993788 h 1972800"/>
                <a:gd name="connsiteX237" fmla="*/ 985097 w 11362354"/>
                <a:gd name="connsiteY237" fmla="*/ 877625 h 1972800"/>
                <a:gd name="connsiteX238" fmla="*/ 2107746 w 11362354"/>
                <a:gd name="connsiteY238" fmla="*/ 877625 h 1972800"/>
                <a:gd name="connsiteX239" fmla="*/ 2028664 w 11362354"/>
                <a:gd name="connsiteY239" fmla="*/ 993788 h 1972800"/>
                <a:gd name="connsiteX240" fmla="*/ 985097 w 11362354"/>
                <a:gd name="connsiteY240" fmla="*/ 993788 h 1972800"/>
                <a:gd name="connsiteX241" fmla="*/ 0 w 11362354"/>
                <a:gd name="connsiteY241" fmla="*/ 877625 h 1972800"/>
                <a:gd name="connsiteX242" fmla="*/ 877145 w 11362354"/>
                <a:gd name="connsiteY242" fmla="*/ 877625 h 1972800"/>
                <a:gd name="connsiteX243" fmla="*/ 877145 w 11362354"/>
                <a:gd name="connsiteY243" fmla="*/ 993788 h 1972800"/>
                <a:gd name="connsiteX244" fmla="*/ 0 w 11362354"/>
                <a:gd name="connsiteY244" fmla="*/ 993788 h 1972800"/>
                <a:gd name="connsiteX245" fmla="*/ 4199211 w 11362354"/>
                <a:gd name="connsiteY245" fmla="*/ 877624 h 1972800"/>
                <a:gd name="connsiteX246" fmla="*/ 4674176 w 11362354"/>
                <a:gd name="connsiteY246" fmla="*/ 877624 h 1972800"/>
                <a:gd name="connsiteX247" fmla="*/ 4674332 w 11362354"/>
                <a:gd name="connsiteY247" fmla="*/ 883528 h 1972800"/>
                <a:gd name="connsiteX248" fmla="*/ 4669465 w 11362354"/>
                <a:gd name="connsiteY248" fmla="*/ 993787 h 1972800"/>
                <a:gd name="connsiteX249" fmla="*/ 4189743 w 11362354"/>
                <a:gd name="connsiteY249" fmla="*/ 993787 h 1972800"/>
                <a:gd name="connsiteX250" fmla="*/ 4199211 w 11362354"/>
                <a:gd name="connsiteY250" fmla="*/ 877624 h 1972800"/>
                <a:gd name="connsiteX251" fmla="*/ 3291213 w 11362354"/>
                <a:gd name="connsiteY251" fmla="*/ 877624 h 1972800"/>
                <a:gd name="connsiteX252" fmla="*/ 3766173 w 11362354"/>
                <a:gd name="connsiteY252" fmla="*/ 877624 h 1972800"/>
                <a:gd name="connsiteX253" fmla="*/ 3775650 w 11362354"/>
                <a:gd name="connsiteY253" fmla="*/ 993787 h 1972800"/>
                <a:gd name="connsiteX254" fmla="*/ 3295989 w 11362354"/>
                <a:gd name="connsiteY254" fmla="*/ 993787 h 1972800"/>
                <a:gd name="connsiteX255" fmla="*/ 3291057 w 11362354"/>
                <a:gd name="connsiteY255" fmla="*/ 883528 h 1972800"/>
                <a:gd name="connsiteX256" fmla="*/ 10461146 w 11362354"/>
                <a:gd name="connsiteY256" fmla="*/ 710797 h 1972800"/>
                <a:gd name="connsiteX257" fmla="*/ 11109160 w 11362354"/>
                <a:gd name="connsiteY257" fmla="*/ 710797 h 1972800"/>
                <a:gd name="connsiteX258" fmla="*/ 11109162 w 11362354"/>
                <a:gd name="connsiteY258" fmla="*/ 710798 h 1972800"/>
                <a:gd name="connsiteX259" fmla="*/ 11121245 w 11362354"/>
                <a:gd name="connsiteY259" fmla="*/ 710798 h 1972800"/>
                <a:gd name="connsiteX260" fmla="*/ 11122337 w 11362354"/>
                <a:gd name="connsiteY260" fmla="*/ 711693 h 1972800"/>
                <a:gd name="connsiteX261" fmla="*/ 11118350 w 11362354"/>
                <a:gd name="connsiteY261" fmla="*/ 711693 h 1972800"/>
                <a:gd name="connsiteX262" fmla="*/ 11213739 w 11362354"/>
                <a:gd name="connsiteY262" fmla="*/ 797219 h 1972800"/>
                <a:gd name="connsiteX263" fmla="*/ 10517279 w 11362354"/>
                <a:gd name="connsiteY263" fmla="*/ 797218 h 1972800"/>
                <a:gd name="connsiteX264" fmla="*/ 10461146 w 11362354"/>
                <a:gd name="connsiteY264" fmla="*/ 710797 h 1972800"/>
                <a:gd name="connsiteX265" fmla="*/ 9781432 w 11362354"/>
                <a:gd name="connsiteY265" fmla="*/ 709293 h 1972800"/>
                <a:gd name="connsiteX266" fmla="*/ 10286039 w 11362354"/>
                <a:gd name="connsiteY266" fmla="*/ 709293 h 1972800"/>
                <a:gd name="connsiteX267" fmla="*/ 10286039 w 11362354"/>
                <a:gd name="connsiteY267" fmla="*/ 795531 h 1972800"/>
                <a:gd name="connsiteX268" fmla="*/ 9781432 w 11362354"/>
                <a:gd name="connsiteY268" fmla="*/ 795531 h 1972800"/>
                <a:gd name="connsiteX269" fmla="*/ 8877431 w 11362354"/>
                <a:gd name="connsiteY269" fmla="*/ 709293 h 1972800"/>
                <a:gd name="connsiteX270" fmla="*/ 9382033 w 11362354"/>
                <a:gd name="connsiteY270" fmla="*/ 709293 h 1972800"/>
                <a:gd name="connsiteX271" fmla="*/ 9382033 w 11362354"/>
                <a:gd name="connsiteY271" fmla="*/ 795531 h 1972800"/>
                <a:gd name="connsiteX272" fmla="*/ 8877431 w 11362354"/>
                <a:gd name="connsiteY272" fmla="*/ 795531 h 1972800"/>
                <a:gd name="connsiteX273" fmla="*/ 8042875 w 11362354"/>
                <a:gd name="connsiteY273" fmla="*/ 709293 h 1972800"/>
                <a:gd name="connsiteX274" fmla="*/ 8501703 w 11362354"/>
                <a:gd name="connsiteY274" fmla="*/ 709293 h 1972800"/>
                <a:gd name="connsiteX275" fmla="*/ 8501703 w 11362354"/>
                <a:gd name="connsiteY275" fmla="*/ 795531 h 1972800"/>
                <a:gd name="connsiteX276" fmla="*/ 8042875 w 11362354"/>
                <a:gd name="connsiteY276" fmla="*/ 795531 h 1972800"/>
                <a:gd name="connsiteX277" fmla="*/ 7193139 w 11362354"/>
                <a:gd name="connsiteY277" fmla="*/ 709293 h 1972800"/>
                <a:gd name="connsiteX278" fmla="*/ 7996240 w 11362354"/>
                <a:gd name="connsiteY278" fmla="*/ 709293 h 1972800"/>
                <a:gd name="connsiteX279" fmla="*/ 8036152 w 11362354"/>
                <a:gd name="connsiteY279" fmla="*/ 795531 h 1972800"/>
                <a:gd name="connsiteX280" fmla="*/ 7193139 w 11362354"/>
                <a:gd name="connsiteY280" fmla="*/ 795531 h 1972800"/>
                <a:gd name="connsiteX281" fmla="*/ 6188669 w 11362354"/>
                <a:gd name="connsiteY281" fmla="*/ 709293 h 1972800"/>
                <a:gd name="connsiteX282" fmla="*/ 6674501 w 11362354"/>
                <a:gd name="connsiteY282" fmla="*/ 709293 h 1972800"/>
                <a:gd name="connsiteX283" fmla="*/ 6674501 w 11362354"/>
                <a:gd name="connsiteY283" fmla="*/ 714671 h 1972800"/>
                <a:gd name="connsiteX284" fmla="*/ 7056268 w 11362354"/>
                <a:gd name="connsiteY284" fmla="*/ 714671 h 1972800"/>
                <a:gd name="connsiteX285" fmla="*/ 7056268 w 11362354"/>
                <a:gd name="connsiteY285" fmla="*/ 795531 h 1972800"/>
                <a:gd name="connsiteX286" fmla="*/ 6188669 w 11362354"/>
                <a:gd name="connsiteY286" fmla="*/ 795531 h 1972800"/>
                <a:gd name="connsiteX287" fmla="*/ 5574793 w 11362354"/>
                <a:gd name="connsiteY287" fmla="*/ 709293 h 1972800"/>
                <a:gd name="connsiteX288" fmla="*/ 6073294 w 11362354"/>
                <a:gd name="connsiteY288" fmla="*/ 709293 h 1972800"/>
                <a:gd name="connsiteX289" fmla="*/ 6073294 w 11362354"/>
                <a:gd name="connsiteY289" fmla="*/ 795531 h 1972800"/>
                <a:gd name="connsiteX290" fmla="*/ 5574793 w 11362354"/>
                <a:gd name="connsiteY290" fmla="*/ 795531 h 1972800"/>
                <a:gd name="connsiteX291" fmla="*/ 4792811 w 11362354"/>
                <a:gd name="connsiteY291" fmla="*/ 709293 h 1972800"/>
                <a:gd name="connsiteX292" fmla="*/ 5291307 w 11362354"/>
                <a:gd name="connsiteY292" fmla="*/ 709293 h 1972800"/>
                <a:gd name="connsiteX293" fmla="*/ 5291307 w 11362354"/>
                <a:gd name="connsiteY293" fmla="*/ 795531 h 1972800"/>
                <a:gd name="connsiteX294" fmla="*/ 4792811 w 11362354"/>
                <a:gd name="connsiteY294" fmla="*/ 795531 h 1972800"/>
                <a:gd name="connsiteX295" fmla="*/ 2285298 w 11362354"/>
                <a:gd name="connsiteY295" fmla="*/ 709293 h 1972800"/>
                <a:gd name="connsiteX296" fmla="*/ 2771132 w 11362354"/>
                <a:gd name="connsiteY296" fmla="*/ 709293 h 1972800"/>
                <a:gd name="connsiteX297" fmla="*/ 2771132 w 11362354"/>
                <a:gd name="connsiteY297" fmla="*/ 714671 h 1972800"/>
                <a:gd name="connsiteX298" fmla="*/ 3161500 w 11362354"/>
                <a:gd name="connsiteY298" fmla="*/ 714671 h 1972800"/>
                <a:gd name="connsiteX299" fmla="*/ 3161500 w 11362354"/>
                <a:gd name="connsiteY299" fmla="*/ 795531 h 1972800"/>
                <a:gd name="connsiteX300" fmla="*/ 2285298 w 11362354"/>
                <a:gd name="connsiteY300" fmla="*/ 795531 h 1972800"/>
                <a:gd name="connsiteX301" fmla="*/ 1709143 w 11362354"/>
                <a:gd name="connsiteY301" fmla="*/ 709293 h 1972800"/>
                <a:gd name="connsiteX302" fmla="*/ 2169670 w 11362354"/>
                <a:gd name="connsiteY302" fmla="*/ 709293 h 1972800"/>
                <a:gd name="connsiteX303" fmla="*/ 2145130 w 11362354"/>
                <a:gd name="connsiteY303" fmla="*/ 795531 h 1972800"/>
                <a:gd name="connsiteX304" fmla="*/ 1595923 w 11362354"/>
                <a:gd name="connsiteY304" fmla="*/ 795531 h 1972800"/>
                <a:gd name="connsiteX305" fmla="*/ 1709143 w 11362354"/>
                <a:gd name="connsiteY305" fmla="*/ 709293 h 1972800"/>
                <a:gd name="connsiteX306" fmla="*/ 985097 w 11362354"/>
                <a:gd name="connsiteY306" fmla="*/ 709293 h 1972800"/>
                <a:gd name="connsiteX307" fmla="*/ 1469893 w 11362354"/>
                <a:gd name="connsiteY307" fmla="*/ 709293 h 1972800"/>
                <a:gd name="connsiteX308" fmla="*/ 1469893 w 11362354"/>
                <a:gd name="connsiteY308" fmla="*/ 795531 h 1972800"/>
                <a:gd name="connsiteX309" fmla="*/ 985097 w 11362354"/>
                <a:gd name="connsiteY309" fmla="*/ 795531 h 1972800"/>
                <a:gd name="connsiteX310" fmla="*/ 0 w 11362354"/>
                <a:gd name="connsiteY310" fmla="*/ 709293 h 1972800"/>
                <a:gd name="connsiteX311" fmla="*/ 877145 w 11362354"/>
                <a:gd name="connsiteY311" fmla="*/ 709293 h 1972800"/>
                <a:gd name="connsiteX312" fmla="*/ 877145 w 11362354"/>
                <a:gd name="connsiteY312" fmla="*/ 795531 h 1972800"/>
                <a:gd name="connsiteX313" fmla="*/ 0 w 11362354"/>
                <a:gd name="connsiteY313" fmla="*/ 795531 h 1972800"/>
                <a:gd name="connsiteX314" fmla="*/ 4189251 w 11362354"/>
                <a:gd name="connsiteY314" fmla="*/ 709292 h 1972800"/>
                <a:gd name="connsiteX315" fmla="*/ 4662658 w 11362354"/>
                <a:gd name="connsiteY315" fmla="*/ 709292 h 1972800"/>
                <a:gd name="connsiteX316" fmla="*/ 4671191 w 11362354"/>
                <a:gd name="connsiteY316" fmla="*/ 795530 h 1972800"/>
                <a:gd name="connsiteX317" fmla="*/ 4197682 w 11362354"/>
                <a:gd name="connsiteY317" fmla="*/ 795530 h 1972800"/>
                <a:gd name="connsiteX318" fmla="*/ 4189251 w 11362354"/>
                <a:gd name="connsiteY318" fmla="*/ 709292 h 1972800"/>
                <a:gd name="connsiteX319" fmla="*/ 3302730 w 11362354"/>
                <a:gd name="connsiteY319" fmla="*/ 709292 h 1972800"/>
                <a:gd name="connsiteX320" fmla="*/ 3776138 w 11362354"/>
                <a:gd name="connsiteY320" fmla="*/ 709292 h 1972800"/>
                <a:gd name="connsiteX321" fmla="*/ 3767701 w 11362354"/>
                <a:gd name="connsiteY321" fmla="*/ 795530 h 1972800"/>
                <a:gd name="connsiteX322" fmla="*/ 3294197 w 11362354"/>
                <a:gd name="connsiteY322" fmla="*/ 795530 h 1972800"/>
                <a:gd name="connsiteX323" fmla="*/ 3302730 w 11362354"/>
                <a:gd name="connsiteY323" fmla="*/ 709292 h 1972800"/>
                <a:gd name="connsiteX324" fmla="*/ 10418948 w 11362354"/>
                <a:gd name="connsiteY324" fmla="*/ 565540 h 1972800"/>
                <a:gd name="connsiteX325" fmla="*/ 10949595 w 11362354"/>
                <a:gd name="connsiteY325" fmla="*/ 565540 h 1972800"/>
                <a:gd name="connsiteX326" fmla="*/ 10964075 w 11362354"/>
                <a:gd name="connsiteY326" fmla="*/ 577567 h 1972800"/>
                <a:gd name="connsiteX327" fmla="*/ 11026395 w 11362354"/>
                <a:gd name="connsiteY327" fmla="*/ 628529 h 1972800"/>
                <a:gd name="connsiteX328" fmla="*/ 10434083 w 11362354"/>
                <a:gd name="connsiteY328" fmla="*/ 628529 h 1972800"/>
                <a:gd name="connsiteX329" fmla="*/ 10418948 w 11362354"/>
                <a:gd name="connsiteY329" fmla="*/ 565540 h 1972800"/>
                <a:gd name="connsiteX330" fmla="*/ 9781432 w 11362354"/>
                <a:gd name="connsiteY330" fmla="*/ 564344 h 1972800"/>
                <a:gd name="connsiteX331" fmla="*/ 10286039 w 11362354"/>
                <a:gd name="connsiteY331" fmla="*/ 564344 h 1972800"/>
                <a:gd name="connsiteX332" fmla="*/ 10286039 w 11362354"/>
                <a:gd name="connsiteY332" fmla="*/ 627199 h 1972800"/>
                <a:gd name="connsiteX333" fmla="*/ 9781432 w 11362354"/>
                <a:gd name="connsiteY333" fmla="*/ 627199 h 1972800"/>
                <a:gd name="connsiteX334" fmla="*/ 8877431 w 11362354"/>
                <a:gd name="connsiteY334" fmla="*/ 564344 h 1972800"/>
                <a:gd name="connsiteX335" fmla="*/ 9382033 w 11362354"/>
                <a:gd name="connsiteY335" fmla="*/ 564344 h 1972800"/>
                <a:gd name="connsiteX336" fmla="*/ 9382033 w 11362354"/>
                <a:gd name="connsiteY336" fmla="*/ 627199 h 1972800"/>
                <a:gd name="connsiteX337" fmla="*/ 8877431 w 11362354"/>
                <a:gd name="connsiteY337" fmla="*/ 627199 h 1972800"/>
                <a:gd name="connsiteX338" fmla="*/ 8042875 w 11362354"/>
                <a:gd name="connsiteY338" fmla="*/ 564344 h 1972800"/>
                <a:gd name="connsiteX339" fmla="*/ 8501703 w 11362354"/>
                <a:gd name="connsiteY339" fmla="*/ 564344 h 1972800"/>
                <a:gd name="connsiteX340" fmla="*/ 8501703 w 11362354"/>
                <a:gd name="connsiteY340" fmla="*/ 627199 h 1972800"/>
                <a:gd name="connsiteX341" fmla="*/ 8042875 w 11362354"/>
                <a:gd name="connsiteY341" fmla="*/ 627199 h 1972800"/>
                <a:gd name="connsiteX342" fmla="*/ 7193139 w 11362354"/>
                <a:gd name="connsiteY342" fmla="*/ 564344 h 1972800"/>
                <a:gd name="connsiteX343" fmla="*/ 7929154 w 11362354"/>
                <a:gd name="connsiteY343" fmla="*/ 564344 h 1972800"/>
                <a:gd name="connsiteX344" fmla="*/ 7958244 w 11362354"/>
                <a:gd name="connsiteY344" fmla="*/ 627199 h 1972800"/>
                <a:gd name="connsiteX345" fmla="*/ 7193139 w 11362354"/>
                <a:gd name="connsiteY345" fmla="*/ 627199 h 1972800"/>
                <a:gd name="connsiteX346" fmla="*/ 6188669 w 11362354"/>
                <a:gd name="connsiteY346" fmla="*/ 564344 h 1972800"/>
                <a:gd name="connsiteX347" fmla="*/ 6674501 w 11362354"/>
                <a:gd name="connsiteY347" fmla="*/ 564344 h 1972800"/>
                <a:gd name="connsiteX348" fmla="*/ 6674501 w 11362354"/>
                <a:gd name="connsiteY348" fmla="*/ 627199 h 1972800"/>
                <a:gd name="connsiteX349" fmla="*/ 6188669 w 11362354"/>
                <a:gd name="connsiteY349" fmla="*/ 627199 h 1972800"/>
                <a:gd name="connsiteX350" fmla="*/ 5574793 w 11362354"/>
                <a:gd name="connsiteY350" fmla="*/ 564344 h 1972800"/>
                <a:gd name="connsiteX351" fmla="*/ 6073294 w 11362354"/>
                <a:gd name="connsiteY351" fmla="*/ 564344 h 1972800"/>
                <a:gd name="connsiteX352" fmla="*/ 6073294 w 11362354"/>
                <a:gd name="connsiteY352" fmla="*/ 627199 h 1972800"/>
                <a:gd name="connsiteX353" fmla="*/ 5574793 w 11362354"/>
                <a:gd name="connsiteY353" fmla="*/ 627199 h 1972800"/>
                <a:gd name="connsiteX354" fmla="*/ 4792811 w 11362354"/>
                <a:gd name="connsiteY354" fmla="*/ 564344 h 1972800"/>
                <a:gd name="connsiteX355" fmla="*/ 5291307 w 11362354"/>
                <a:gd name="connsiteY355" fmla="*/ 564344 h 1972800"/>
                <a:gd name="connsiteX356" fmla="*/ 5291307 w 11362354"/>
                <a:gd name="connsiteY356" fmla="*/ 627199 h 1972800"/>
                <a:gd name="connsiteX357" fmla="*/ 4792811 w 11362354"/>
                <a:gd name="connsiteY357" fmla="*/ 627199 h 1972800"/>
                <a:gd name="connsiteX358" fmla="*/ 2285298 w 11362354"/>
                <a:gd name="connsiteY358" fmla="*/ 564344 h 1972800"/>
                <a:gd name="connsiteX359" fmla="*/ 2771132 w 11362354"/>
                <a:gd name="connsiteY359" fmla="*/ 564344 h 1972800"/>
                <a:gd name="connsiteX360" fmla="*/ 2771132 w 11362354"/>
                <a:gd name="connsiteY360" fmla="*/ 627199 h 1972800"/>
                <a:gd name="connsiteX361" fmla="*/ 2285298 w 11362354"/>
                <a:gd name="connsiteY361" fmla="*/ 627199 h 1972800"/>
                <a:gd name="connsiteX362" fmla="*/ 1743635 w 11362354"/>
                <a:gd name="connsiteY362" fmla="*/ 564344 h 1972800"/>
                <a:gd name="connsiteX363" fmla="*/ 2184512 w 11362354"/>
                <a:gd name="connsiteY363" fmla="*/ 564344 h 1972800"/>
                <a:gd name="connsiteX364" fmla="*/ 2184779 w 11362354"/>
                <a:gd name="connsiteY364" fmla="*/ 571975 h 1972800"/>
                <a:gd name="connsiteX365" fmla="*/ 2181588 w 11362354"/>
                <a:gd name="connsiteY365" fmla="*/ 627199 h 1972800"/>
                <a:gd name="connsiteX366" fmla="*/ 1742032 w 11362354"/>
                <a:gd name="connsiteY366" fmla="*/ 627199 h 1972800"/>
                <a:gd name="connsiteX367" fmla="*/ 1746020 w 11362354"/>
                <a:gd name="connsiteY367" fmla="*/ 587881 h 1972800"/>
                <a:gd name="connsiteX368" fmla="*/ 985097 w 11362354"/>
                <a:gd name="connsiteY368" fmla="*/ 564344 h 1972800"/>
                <a:gd name="connsiteX369" fmla="*/ 1469893 w 11362354"/>
                <a:gd name="connsiteY369" fmla="*/ 564344 h 1972800"/>
                <a:gd name="connsiteX370" fmla="*/ 1469893 w 11362354"/>
                <a:gd name="connsiteY370" fmla="*/ 627199 h 1972800"/>
                <a:gd name="connsiteX371" fmla="*/ 985097 w 11362354"/>
                <a:gd name="connsiteY371" fmla="*/ 627199 h 1972800"/>
                <a:gd name="connsiteX372" fmla="*/ 0 w 11362354"/>
                <a:gd name="connsiteY372" fmla="*/ 564344 h 1972800"/>
                <a:gd name="connsiteX373" fmla="*/ 505721 w 11362354"/>
                <a:gd name="connsiteY373" fmla="*/ 564344 h 1972800"/>
                <a:gd name="connsiteX374" fmla="*/ 505721 w 11362354"/>
                <a:gd name="connsiteY374" fmla="*/ 627199 h 1972800"/>
                <a:gd name="connsiteX375" fmla="*/ 0 w 11362354"/>
                <a:gd name="connsiteY375" fmla="*/ 627199 h 1972800"/>
                <a:gd name="connsiteX376" fmla="*/ 4156173 w 11362354"/>
                <a:gd name="connsiteY376" fmla="*/ 564343 h 1972800"/>
                <a:gd name="connsiteX377" fmla="*/ 4635244 w 11362354"/>
                <a:gd name="connsiteY377" fmla="*/ 564343 h 1972800"/>
                <a:gd name="connsiteX378" fmla="*/ 4649285 w 11362354"/>
                <a:gd name="connsiteY378" fmla="*/ 627198 h 1972800"/>
                <a:gd name="connsiteX379" fmla="*/ 4173561 w 11362354"/>
                <a:gd name="connsiteY379" fmla="*/ 627198 h 1972800"/>
                <a:gd name="connsiteX380" fmla="*/ 4156173 w 11362354"/>
                <a:gd name="connsiteY380" fmla="*/ 564343 h 1972800"/>
                <a:gd name="connsiteX381" fmla="*/ 3330140 w 11362354"/>
                <a:gd name="connsiteY381" fmla="*/ 564343 h 1972800"/>
                <a:gd name="connsiteX382" fmla="*/ 3809216 w 11362354"/>
                <a:gd name="connsiteY382" fmla="*/ 564343 h 1972800"/>
                <a:gd name="connsiteX383" fmla="*/ 3791828 w 11362354"/>
                <a:gd name="connsiteY383" fmla="*/ 627198 h 1972800"/>
                <a:gd name="connsiteX384" fmla="*/ 3316108 w 11362354"/>
                <a:gd name="connsiteY384" fmla="*/ 627198 h 1972800"/>
                <a:gd name="connsiteX385" fmla="*/ 3330140 w 11362354"/>
                <a:gd name="connsiteY385" fmla="*/ 564343 h 1972800"/>
                <a:gd name="connsiteX386" fmla="*/ 11305691 w 11362354"/>
                <a:gd name="connsiteY386" fmla="*/ 441367 h 1972800"/>
                <a:gd name="connsiteX387" fmla="*/ 11306110 w 11362354"/>
                <a:gd name="connsiteY387" fmla="*/ 441367 h 1972800"/>
                <a:gd name="connsiteX388" fmla="*/ 11306110 w 11362354"/>
                <a:gd name="connsiteY388" fmla="*/ 441726 h 1972800"/>
                <a:gd name="connsiteX389" fmla="*/ 10419150 w 11362354"/>
                <a:gd name="connsiteY389" fmla="*/ 441367 h 1972800"/>
                <a:gd name="connsiteX390" fmla="*/ 10893359 w 11362354"/>
                <a:gd name="connsiteY390" fmla="*/ 441367 h 1972800"/>
                <a:gd name="connsiteX391" fmla="*/ 10894757 w 11362354"/>
                <a:gd name="connsiteY391" fmla="*/ 483273 h 1972800"/>
                <a:gd name="connsiteX392" fmla="*/ 10419058 w 11362354"/>
                <a:gd name="connsiteY392" fmla="*/ 483273 h 1972800"/>
                <a:gd name="connsiteX393" fmla="*/ 10417854 w 11362354"/>
                <a:gd name="connsiteY393" fmla="*/ 463084 h 1972800"/>
                <a:gd name="connsiteX394" fmla="*/ 9781432 w 11362354"/>
                <a:gd name="connsiteY394" fmla="*/ 440432 h 1972800"/>
                <a:gd name="connsiteX395" fmla="*/ 10286039 w 11362354"/>
                <a:gd name="connsiteY395" fmla="*/ 440432 h 1972800"/>
                <a:gd name="connsiteX396" fmla="*/ 10286039 w 11362354"/>
                <a:gd name="connsiteY396" fmla="*/ 482250 h 1972800"/>
                <a:gd name="connsiteX397" fmla="*/ 9781432 w 11362354"/>
                <a:gd name="connsiteY397" fmla="*/ 482250 h 1972800"/>
                <a:gd name="connsiteX398" fmla="*/ 8877431 w 11362354"/>
                <a:gd name="connsiteY398" fmla="*/ 440432 h 1972800"/>
                <a:gd name="connsiteX399" fmla="*/ 9382033 w 11362354"/>
                <a:gd name="connsiteY399" fmla="*/ 440432 h 1972800"/>
                <a:gd name="connsiteX400" fmla="*/ 9382033 w 11362354"/>
                <a:gd name="connsiteY400" fmla="*/ 482250 h 1972800"/>
                <a:gd name="connsiteX401" fmla="*/ 8877431 w 11362354"/>
                <a:gd name="connsiteY401" fmla="*/ 482250 h 1972800"/>
                <a:gd name="connsiteX402" fmla="*/ 8042875 w 11362354"/>
                <a:gd name="connsiteY402" fmla="*/ 440432 h 1972800"/>
                <a:gd name="connsiteX403" fmla="*/ 8501703 w 11362354"/>
                <a:gd name="connsiteY403" fmla="*/ 440432 h 1972800"/>
                <a:gd name="connsiteX404" fmla="*/ 8501703 w 11362354"/>
                <a:gd name="connsiteY404" fmla="*/ 482250 h 1972800"/>
                <a:gd name="connsiteX405" fmla="*/ 8042875 w 11362354"/>
                <a:gd name="connsiteY405" fmla="*/ 482250 h 1972800"/>
                <a:gd name="connsiteX406" fmla="*/ 7193139 w 11362354"/>
                <a:gd name="connsiteY406" fmla="*/ 440432 h 1972800"/>
                <a:gd name="connsiteX407" fmla="*/ 7871807 w 11362354"/>
                <a:gd name="connsiteY407" fmla="*/ 440432 h 1972800"/>
                <a:gd name="connsiteX408" fmla="*/ 7891162 w 11362354"/>
                <a:gd name="connsiteY408" fmla="*/ 482250 h 1972800"/>
                <a:gd name="connsiteX409" fmla="*/ 7193139 w 11362354"/>
                <a:gd name="connsiteY409" fmla="*/ 482250 h 1972800"/>
                <a:gd name="connsiteX410" fmla="*/ 6188669 w 11362354"/>
                <a:gd name="connsiteY410" fmla="*/ 440432 h 1972800"/>
                <a:gd name="connsiteX411" fmla="*/ 6674501 w 11362354"/>
                <a:gd name="connsiteY411" fmla="*/ 440432 h 1972800"/>
                <a:gd name="connsiteX412" fmla="*/ 6674501 w 11362354"/>
                <a:gd name="connsiteY412" fmla="*/ 482250 h 1972800"/>
                <a:gd name="connsiteX413" fmla="*/ 6188669 w 11362354"/>
                <a:gd name="connsiteY413" fmla="*/ 482250 h 1972800"/>
                <a:gd name="connsiteX414" fmla="*/ 5574793 w 11362354"/>
                <a:gd name="connsiteY414" fmla="*/ 440432 h 1972800"/>
                <a:gd name="connsiteX415" fmla="*/ 6073294 w 11362354"/>
                <a:gd name="connsiteY415" fmla="*/ 440432 h 1972800"/>
                <a:gd name="connsiteX416" fmla="*/ 6073294 w 11362354"/>
                <a:gd name="connsiteY416" fmla="*/ 482250 h 1972800"/>
                <a:gd name="connsiteX417" fmla="*/ 5574793 w 11362354"/>
                <a:gd name="connsiteY417" fmla="*/ 482250 h 1972800"/>
                <a:gd name="connsiteX418" fmla="*/ 4792811 w 11362354"/>
                <a:gd name="connsiteY418" fmla="*/ 440432 h 1972800"/>
                <a:gd name="connsiteX419" fmla="*/ 5291307 w 11362354"/>
                <a:gd name="connsiteY419" fmla="*/ 440432 h 1972800"/>
                <a:gd name="connsiteX420" fmla="*/ 5291307 w 11362354"/>
                <a:gd name="connsiteY420" fmla="*/ 482250 h 1972800"/>
                <a:gd name="connsiteX421" fmla="*/ 4792811 w 11362354"/>
                <a:gd name="connsiteY421" fmla="*/ 482250 h 1972800"/>
                <a:gd name="connsiteX422" fmla="*/ 2285298 w 11362354"/>
                <a:gd name="connsiteY422" fmla="*/ 440432 h 1972800"/>
                <a:gd name="connsiteX423" fmla="*/ 2771132 w 11362354"/>
                <a:gd name="connsiteY423" fmla="*/ 440432 h 1972800"/>
                <a:gd name="connsiteX424" fmla="*/ 2771132 w 11362354"/>
                <a:gd name="connsiteY424" fmla="*/ 482250 h 1972800"/>
                <a:gd name="connsiteX425" fmla="*/ 2285298 w 11362354"/>
                <a:gd name="connsiteY425" fmla="*/ 482250 h 1972800"/>
                <a:gd name="connsiteX426" fmla="*/ 1688066 w 11362354"/>
                <a:gd name="connsiteY426" fmla="*/ 440432 h 1972800"/>
                <a:gd name="connsiteX427" fmla="*/ 2171374 w 11362354"/>
                <a:gd name="connsiteY427" fmla="*/ 440432 h 1972800"/>
                <a:gd name="connsiteX428" fmla="*/ 2178605 w 11362354"/>
                <a:gd name="connsiteY428" fmla="*/ 482250 h 1972800"/>
                <a:gd name="connsiteX429" fmla="*/ 1717768 w 11362354"/>
                <a:gd name="connsiteY429" fmla="*/ 482250 h 1972800"/>
                <a:gd name="connsiteX430" fmla="*/ 1688066 w 11362354"/>
                <a:gd name="connsiteY430" fmla="*/ 440432 h 1972800"/>
                <a:gd name="connsiteX431" fmla="*/ 985097 w 11362354"/>
                <a:gd name="connsiteY431" fmla="*/ 440432 h 1972800"/>
                <a:gd name="connsiteX432" fmla="*/ 1469893 w 11362354"/>
                <a:gd name="connsiteY432" fmla="*/ 440432 h 1972800"/>
                <a:gd name="connsiteX433" fmla="*/ 1469893 w 11362354"/>
                <a:gd name="connsiteY433" fmla="*/ 482250 h 1972800"/>
                <a:gd name="connsiteX434" fmla="*/ 985097 w 11362354"/>
                <a:gd name="connsiteY434" fmla="*/ 482250 h 1972800"/>
                <a:gd name="connsiteX435" fmla="*/ 0 w 11362354"/>
                <a:gd name="connsiteY435" fmla="*/ 440432 h 1972800"/>
                <a:gd name="connsiteX436" fmla="*/ 505721 w 11362354"/>
                <a:gd name="connsiteY436" fmla="*/ 440432 h 1972800"/>
                <a:gd name="connsiteX437" fmla="*/ 505721 w 11362354"/>
                <a:gd name="connsiteY437" fmla="*/ 482250 h 1972800"/>
                <a:gd name="connsiteX438" fmla="*/ 0 w 11362354"/>
                <a:gd name="connsiteY438" fmla="*/ 482250 h 1972800"/>
                <a:gd name="connsiteX439" fmla="*/ 4093268 w 11362354"/>
                <a:gd name="connsiteY439" fmla="*/ 440431 h 1972800"/>
                <a:gd name="connsiteX440" fmla="*/ 4597023 w 11362354"/>
                <a:gd name="connsiteY440" fmla="*/ 440431 h 1972800"/>
                <a:gd name="connsiteX441" fmla="*/ 4611768 w 11362354"/>
                <a:gd name="connsiteY441" fmla="*/ 482249 h 1972800"/>
                <a:gd name="connsiteX442" fmla="*/ 4120709 w 11362354"/>
                <a:gd name="connsiteY442" fmla="*/ 482249 h 1972800"/>
                <a:gd name="connsiteX443" fmla="*/ 4093268 w 11362354"/>
                <a:gd name="connsiteY443" fmla="*/ 440431 h 1972800"/>
                <a:gd name="connsiteX444" fmla="*/ 3368371 w 11362354"/>
                <a:gd name="connsiteY444" fmla="*/ 440431 h 1972800"/>
                <a:gd name="connsiteX445" fmla="*/ 3872116 w 11362354"/>
                <a:gd name="connsiteY445" fmla="*/ 440431 h 1972800"/>
                <a:gd name="connsiteX446" fmla="*/ 3844680 w 11362354"/>
                <a:gd name="connsiteY446" fmla="*/ 482249 h 1972800"/>
                <a:gd name="connsiteX447" fmla="*/ 3353616 w 11362354"/>
                <a:gd name="connsiteY447" fmla="*/ 482249 h 1972800"/>
                <a:gd name="connsiteX448" fmla="*/ 3368371 w 11362354"/>
                <a:gd name="connsiteY448" fmla="*/ 440431 h 1972800"/>
                <a:gd name="connsiteX449" fmla="*/ 11223979 w 11362354"/>
                <a:gd name="connsiteY449" fmla="*/ 437563 h 1972800"/>
                <a:gd name="connsiteX450" fmla="*/ 11304274 w 11362354"/>
                <a:gd name="connsiteY450" fmla="*/ 437563 h 1972800"/>
                <a:gd name="connsiteX451" fmla="*/ 11304274 w 11362354"/>
                <a:gd name="connsiteY451" fmla="*/ 487440 h 1972800"/>
                <a:gd name="connsiteX452" fmla="*/ 11274504 w 11362354"/>
                <a:gd name="connsiteY452" fmla="*/ 487440 h 1972800"/>
                <a:gd name="connsiteX453" fmla="*/ 10437485 w 11362354"/>
                <a:gd name="connsiteY453" fmla="*/ 312620 h 1972800"/>
                <a:gd name="connsiteX454" fmla="*/ 11305204 w 11362354"/>
                <a:gd name="connsiteY454" fmla="*/ 312620 h 1972800"/>
                <a:gd name="connsiteX455" fmla="*/ 11305204 w 11362354"/>
                <a:gd name="connsiteY455" fmla="*/ 323517 h 1972800"/>
                <a:gd name="connsiteX456" fmla="*/ 11306110 w 11362354"/>
                <a:gd name="connsiteY456" fmla="*/ 323517 h 1972800"/>
                <a:gd name="connsiteX457" fmla="*/ 11306110 w 11362354"/>
                <a:gd name="connsiteY457" fmla="*/ 351547 h 1972800"/>
                <a:gd name="connsiteX458" fmla="*/ 11306110 w 11362354"/>
                <a:gd name="connsiteY458" fmla="*/ 359098 h 1972800"/>
                <a:gd name="connsiteX459" fmla="*/ 11305204 w 11362354"/>
                <a:gd name="connsiteY459" fmla="*/ 359098 h 1972800"/>
                <a:gd name="connsiteX460" fmla="*/ 11305204 w 11362354"/>
                <a:gd name="connsiteY460" fmla="*/ 363528 h 1972800"/>
                <a:gd name="connsiteX461" fmla="*/ 10423824 w 11362354"/>
                <a:gd name="connsiteY461" fmla="*/ 363528 h 1972800"/>
                <a:gd name="connsiteX462" fmla="*/ 10429797 w 11362354"/>
                <a:gd name="connsiteY462" fmla="*/ 336441 h 1972800"/>
                <a:gd name="connsiteX463" fmla="*/ 9781432 w 11362354"/>
                <a:gd name="connsiteY463" fmla="*/ 312620 h 1972800"/>
                <a:gd name="connsiteX464" fmla="*/ 10286039 w 11362354"/>
                <a:gd name="connsiteY464" fmla="*/ 312620 h 1972800"/>
                <a:gd name="connsiteX465" fmla="*/ 10286039 w 11362354"/>
                <a:gd name="connsiteY465" fmla="*/ 322833 h 1972800"/>
                <a:gd name="connsiteX466" fmla="*/ 10286039 w 11362354"/>
                <a:gd name="connsiteY466" fmla="*/ 358338 h 1972800"/>
                <a:gd name="connsiteX467" fmla="*/ 10286039 w 11362354"/>
                <a:gd name="connsiteY467" fmla="*/ 358339 h 1972800"/>
                <a:gd name="connsiteX468" fmla="*/ 9781432 w 11362354"/>
                <a:gd name="connsiteY468" fmla="*/ 358339 h 1972800"/>
                <a:gd name="connsiteX469" fmla="*/ 9781432 w 11362354"/>
                <a:gd name="connsiteY469" fmla="*/ 358338 h 1972800"/>
                <a:gd name="connsiteX470" fmla="*/ 9781432 w 11362354"/>
                <a:gd name="connsiteY470" fmla="*/ 322833 h 1972800"/>
                <a:gd name="connsiteX471" fmla="*/ 8611213 w 11362354"/>
                <a:gd name="connsiteY471" fmla="*/ 312620 h 1972800"/>
                <a:gd name="connsiteX472" fmla="*/ 9666891 w 11362354"/>
                <a:gd name="connsiteY472" fmla="*/ 312620 h 1972800"/>
                <a:gd name="connsiteX473" fmla="*/ 9666891 w 11362354"/>
                <a:gd name="connsiteY473" fmla="*/ 322833 h 1972800"/>
                <a:gd name="connsiteX474" fmla="*/ 9668568 w 11362354"/>
                <a:gd name="connsiteY474" fmla="*/ 322833 h 1972800"/>
                <a:gd name="connsiteX475" fmla="*/ 9668568 w 11362354"/>
                <a:gd name="connsiteY475" fmla="*/ 358338 h 1972800"/>
                <a:gd name="connsiteX476" fmla="*/ 9666891 w 11362354"/>
                <a:gd name="connsiteY476" fmla="*/ 358338 h 1972800"/>
                <a:gd name="connsiteX477" fmla="*/ 9666891 w 11362354"/>
                <a:gd name="connsiteY477" fmla="*/ 358339 h 1972800"/>
                <a:gd name="connsiteX478" fmla="*/ 8611213 w 11362354"/>
                <a:gd name="connsiteY478" fmla="*/ 358339 h 1972800"/>
                <a:gd name="connsiteX479" fmla="*/ 8037009 w 11362354"/>
                <a:gd name="connsiteY479" fmla="*/ 312620 h 1972800"/>
                <a:gd name="connsiteX480" fmla="*/ 8500026 w 11362354"/>
                <a:gd name="connsiteY480" fmla="*/ 312620 h 1972800"/>
                <a:gd name="connsiteX481" fmla="*/ 8500026 w 11362354"/>
                <a:gd name="connsiteY481" fmla="*/ 322833 h 1972800"/>
                <a:gd name="connsiteX482" fmla="*/ 8501703 w 11362354"/>
                <a:gd name="connsiteY482" fmla="*/ 322833 h 1972800"/>
                <a:gd name="connsiteX483" fmla="*/ 8501703 w 11362354"/>
                <a:gd name="connsiteY483" fmla="*/ 358338 h 1972800"/>
                <a:gd name="connsiteX484" fmla="*/ 8500026 w 11362354"/>
                <a:gd name="connsiteY484" fmla="*/ 358338 h 1972800"/>
                <a:gd name="connsiteX485" fmla="*/ 8500026 w 11362354"/>
                <a:gd name="connsiteY485" fmla="*/ 358339 h 1972800"/>
                <a:gd name="connsiteX486" fmla="*/ 8037009 w 11362354"/>
                <a:gd name="connsiteY486" fmla="*/ 358339 h 1972800"/>
                <a:gd name="connsiteX487" fmla="*/ 7193139 w 11362354"/>
                <a:gd name="connsiteY487" fmla="*/ 312620 h 1972800"/>
                <a:gd name="connsiteX488" fmla="*/ 7812777 w 11362354"/>
                <a:gd name="connsiteY488" fmla="*/ 312620 h 1972800"/>
                <a:gd name="connsiteX489" fmla="*/ 7833342 w 11362354"/>
                <a:gd name="connsiteY489" fmla="*/ 357178 h 1972800"/>
                <a:gd name="connsiteX490" fmla="*/ 7833342 w 11362354"/>
                <a:gd name="connsiteY490" fmla="*/ 357314 h 1972800"/>
                <a:gd name="connsiteX491" fmla="*/ 7833816 w 11362354"/>
                <a:gd name="connsiteY491" fmla="*/ 358338 h 1972800"/>
                <a:gd name="connsiteX492" fmla="*/ 7833342 w 11362354"/>
                <a:gd name="connsiteY492" fmla="*/ 358338 h 1972800"/>
                <a:gd name="connsiteX493" fmla="*/ 7833342 w 11362354"/>
                <a:gd name="connsiteY493" fmla="*/ 358339 h 1972800"/>
                <a:gd name="connsiteX494" fmla="*/ 7193139 w 11362354"/>
                <a:gd name="connsiteY494" fmla="*/ 358339 h 1972800"/>
                <a:gd name="connsiteX495" fmla="*/ 7193139 w 11362354"/>
                <a:gd name="connsiteY495" fmla="*/ 358338 h 1972800"/>
                <a:gd name="connsiteX496" fmla="*/ 7193139 w 11362354"/>
                <a:gd name="connsiteY496" fmla="*/ 322833 h 1972800"/>
                <a:gd name="connsiteX497" fmla="*/ 6184479 w 11362354"/>
                <a:gd name="connsiteY497" fmla="*/ 312620 h 1972800"/>
                <a:gd name="connsiteX498" fmla="*/ 7080274 w 11362354"/>
                <a:gd name="connsiteY498" fmla="*/ 312620 h 1972800"/>
                <a:gd name="connsiteX499" fmla="*/ 7080274 w 11362354"/>
                <a:gd name="connsiteY499" fmla="*/ 322833 h 1972800"/>
                <a:gd name="connsiteX500" fmla="*/ 7080275 w 11362354"/>
                <a:gd name="connsiteY500" fmla="*/ 322833 h 1972800"/>
                <a:gd name="connsiteX501" fmla="*/ 7080275 w 11362354"/>
                <a:gd name="connsiteY501" fmla="*/ 358338 h 1972800"/>
                <a:gd name="connsiteX502" fmla="*/ 7080274 w 11362354"/>
                <a:gd name="connsiteY502" fmla="*/ 358338 h 1972800"/>
                <a:gd name="connsiteX503" fmla="*/ 7080274 w 11362354"/>
                <a:gd name="connsiteY503" fmla="*/ 358339 h 1972800"/>
                <a:gd name="connsiteX504" fmla="*/ 6184479 w 11362354"/>
                <a:gd name="connsiteY504" fmla="*/ 358339 h 1972800"/>
                <a:gd name="connsiteX505" fmla="*/ 5574793 w 11362354"/>
                <a:gd name="connsiteY505" fmla="*/ 312620 h 1972800"/>
                <a:gd name="connsiteX506" fmla="*/ 6073294 w 11362354"/>
                <a:gd name="connsiteY506" fmla="*/ 312620 h 1972800"/>
                <a:gd name="connsiteX507" fmla="*/ 6073294 w 11362354"/>
                <a:gd name="connsiteY507" fmla="*/ 322833 h 1972800"/>
                <a:gd name="connsiteX508" fmla="*/ 6073294 w 11362354"/>
                <a:gd name="connsiteY508" fmla="*/ 358338 h 1972800"/>
                <a:gd name="connsiteX509" fmla="*/ 6073294 w 11362354"/>
                <a:gd name="connsiteY509" fmla="*/ 358339 h 1972800"/>
                <a:gd name="connsiteX510" fmla="*/ 5574793 w 11362354"/>
                <a:gd name="connsiteY510" fmla="*/ 358339 h 1972800"/>
                <a:gd name="connsiteX511" fmla="*/ 5574793 w 11362354"/>
                <a:gd name="connsiteY511" fmla="*/ 358338 h 1972800"/>
                <a:gd name="connsiteX512" fmla="*/ 5574793 w 11362354"/>
                <a:gd name="connsiteY512" fmla="*/ 322833 h 1972800"/>
                <a:gd name="connsiteX513" fmla="*/ 4792811 w 11362354"/>
                <a:gd name="connsiteY513" fmla="*/ 312620 h 1972800"/>
                <a:gd name="connsiteX514" fmla="*/ 5291307 w 11362354"/>
                <a:gd name="connsiteY514" fmla="*/ 312620 h 1972800"/>
                <a:gd name="connsiteX515" fmla="*/ 5291307 w 11362354"/>
                <a:gd name="connsiteY515" fmla="*/ 322833 h 1972800"/>
                <a:gd name="connsiteX516" fmla="*/ 5291307 w 11362354"/>
                <a:gd name="connsiteY516" fmla="*/ 358338 h 1972800"/>
                <a:gd name="connsiteX517" fmla="*/ 5291307 w 11362354"/>
                <a:gd name="connsiteY517" fmla="*/ 358339 h 1972800"/>
                <a:gd name="connsiteX518" fmla="*/ 4792811 w 11362354"/>
                <a:gd name="connsiteY518" fmla="*/ 358339 h 1972800"/>
                <a:gd name="connsiteX519" fmla="*/ 4792811 w 11362354"/>
                <a:gd name="connsiteY519" fmla="*/ 358338 h 1972800"/>
                <a:gd name="connsiteX520" fmla="*/ 4792811 w 11362354"/>
                <a:gd name="connsiteY520" fmla="*/ 322833 h 1972800"/>
                <a:gd name="connsiteX521" fmla="*/ 2285298 w 11362354"/>
                <a:gd name="connsiteY521" fmla="*/ 312620 h 1972800"/>
                <a:gd name="connsiteX522" fmla="*/ 3183254 w 11362354"/>
                <a:gd name="connsiteY522" fmla="*/ 312620 h 1972800"/>
                <a:gd name="connsiteX523" fmla="*/ 3183254 w 11362354"/>
                <a:gd name="connsiteY523" fmla="*/ 322833 h 1972800"/>
                <a:gd name="connsiteX524" fmla="*/ 3183254 w 11362354"/>
                <a:gd name="connsiteY524" fmla="*/ 358338 h 1972800"/>
                <a:gd name="connsiteX525" fmla="*/ 3183254 w 11362354"/>
                <a:gd name="connsiteY525" fmla="*/ 358339 h 1972800"/>
                <a:gd name="connsiteX526" fmla="*/ 2285298 w 11362354"/>
                <a:gd name="connsiteY526" fmla="*/ 358339 h 1972800"/>
                <a:gd name="connsiteX527" fmla="*/ 2285298 w 11362354"/>
                <a:gd name="connsiteY527" fmla="*/ 358338 h 1972800"/>
                <a:gd name="connsiteX528" fmla="*/ 2285298 w 11362354"/>
                <a:gd name="connsiteY528" fmla="*/ 322833 h 1972800"/>
                <a:gd name="connsiteX529" fmla="*/ 985097 w 11362354"/>
                <a:gd name="connsiteY529" fmla="*/ 312620 h 1972800"/>
                <a:gd name="connsiteX530" fmla="*/ 2135110 w 11362354"/>
                <a:gd name="connsiteY530" fmla="*/ 312620 h 1972800"/>
                <a:gd name="connsiteX531" fmla="*/ 2148730 w 11362354"/>
                <a:gd name="connsiteY531" fmla="*/ 358335 h 1972800"/>
                <a:gd name="connsiteX532" fmla="*/ 2148731 w 11362354"/>
                <a:gd name="connsiteY532" fmla="*/ 358338 h 1972800"/>
                <a:gd name="connsiteX533" fmla="*/ 2148731 w 11362354"/>
                <a:gd name="connsiteY533" fmla="*/ 358339 h 1972800"/>
                <a:gd name="connsiteX534" fmla="*/ 985097 w 11362354"/>
                <a:gd name="connsiteY534" fmla="*/ 358339 h 1972800"/>
                <a:gd name="connsiteX535" fmla="*/ 985097 w 11362354"/>
                <a:gd name="connsiteY535" fmla="*/ 358338 h 1972800"/>
                <a:gd name="connsiteX536" fmla="*/ 985097 w 11362354"/>
                <a:gd name="connsiteY536" fmla="*/ 322833 h 1972800"/>
                <a:gd name="connsiteX537" fmla="*/ 0 w 11362354"/>
                <a:gd name="connsiteY537" fmla="*/ 312620 h 1972800"/>
                <a:gd name="connsiteX538" fmla="*/ 877145 w 11362354"/>
                <a:gd name="connsiteY538" fmla="*/ 312620 h 1972800"/>
                <a:gd name="connsiteX539" fmla="*/ 877145 w 11362354"/>
                <a:gd name="connsiteY539" fmla="*/ 322833 h 1972800"/>
                <a:gd name="connsiteX540" fmla="*/ 877145 w 11362354"/>
                <a:gd name="connsiteY540" fmla="*/ 358338 h 1972800"/>
                <a:gd name="connsiteX541" fmla="*/ 877145 w 11362354"/>
                <a:gd name="connsiteY541" fmla="*/ 358339 h 1972800"/>
                <a:gd name="connsiteX542" fmla="*/ 0 w 11362354"/>
                <a:gd name="connsiteY542" fmla="*/ 358339 h 1972800"/>
                <a:gd name="connsiteX543" fmla="*/ 0 w 11362354"/>
                <a:gd name="connsiteY543" fmla="*/ 358338 h 1972800"/>
                <a:gd name="connsiteX544" fmla="*/ 0 w 11362354"/>
                <a:gd name="connsiteY544" fmla="*/ 322833 h 1972800"/>
                <a:gd name="connsiteX545" fmla="*/ 3426524 w 11362354"/>
                <a:gd name="connsiteY545" fmla="*/ 311140 h 1972800"/>
                <a:gd name="connsiteX546" fmla="*/ 4541246 w 11362354"/>
                <a:gd name="connsiteY546" fmla="*/ 311140 h 1972800"/>
                <a:gd name="connsiteX547" fmla="*/ 4565836 w 11362354"/>
                <a:gd name="connsiteY547" fmla="*/ 363528 h 1972800"/>
                <a:gd name="connsiteX548" fmla="*/ 3720591 w 11362354"/>
                <a:gd name="connsiteY548" fmla="*/ 363528 h 1972800"/>
                <a:gd name="connsiteX549" fmla="*/ 3720591 w 11362354"/>
                <a:gd name="connsiteY549" fmla="*/ 361147 h 1972800"/>
                <a:gd name="connsiteX550" fmla="*/ 3403052 w 11362354"/>
                <a:gd name="connsiteY550" fmla="*/ 361147 h 1972800"/>
                <a:gd name="connsiteX551" fmla="*/ 10479636 w 11362354"/>
                <a:gd name="connsiteY551" fmla="*/ 204267 h 1972800"/>
                <a:gd name="connsiteX552" fmla="*/ 10671926 w 11362354"/>
                <a:gd name="connsiteY552" fmla="*/ 204267 h 1972800"/>
                <a:gd name="connsiteX553" fmla="*/ 11306110 w 11362354"/>
                <a:gd name="connsiteY553" fmla="*/ 204267 h 1972800"/>
                <a:gd name="connsiteX554" fmla="*/ 11306110 w 11362354"/>
                <a:gd name="connsiteY554" fmla="*/ 241250 h 1972800"/>
                <a:gd name="connsiteX555" fmla="*/ 10671926 w 11362354"/>
                <a:gd name="connsiteY555" fmla="*/ 241250 h 1972800"/>
                <a:gd name="connsiteX556" fmla="*/ 10463420 w 11362354"/>
                <a:gd name="connsiteY556" fmla="*/ 241250 h 1972800"/>
                <a:gd name="connsiteX557" fmla="*/ 9781432 w 11362354"/>
                <a:gd name="connsiteY557" fmla="*/ 203834 h 1972800"/>
                <a:gd name="connsiteX558" fmla="*/ 10286039 w 11362354"/>
                <a:gd name="connsiteY558" fmla="*/ 203834 h 1972800"/>
                <a:gd name="connsiteX559" fmla="*/ 10286039 w 11362354"/>
                <a:gd name="connsiteY559" fmla="*/ 240739 h 1972800"/>
                <a:gd name="connsiteX560" fmla="*/ 9781432 w 11362354"/>
                <a:gd name="connsiteY560" fmla="*/ 240739 h 1972800"/>
                <a:gd name="connsiteX561" fmla="*/ 8612890 w 11362354"/>
                <a:gd name="connsiteY561" fmla="*/ 203834 h 1972800"/>
                <a:gd name="connsiteX562" fmla="*/ 9668568 w 11362354"/>
                <a:gd name="connsiteY562" fmla="*/ 203834 h 1972800"/>
                <a:gd name="connsiteX563" fmla="*/ 9668568 w 11362354"/>
                <a:gd name="connsiteY563" fmla="*/ 240739 h 1972800"/>
                <a:gd name="connsiteX564" fmla="*/ 8612890 w 11362354"/>
                <a:gd name="connsiteY564" fmla="*/ 240739 h 1972800"/>
                <a:gd name="connsiteX565" fmla="*/ 8042875 w 11362354"/>
                <a:gd name="connsiteY565" fmla="*/ 203834 h 1972800"/>
                <a:gd name="connsiteX566" fmla="*/ 8501703 w 11362354"/>
                <a:gd name="connsiteY566" fmla="*/ 203834 h 1972800"/>
                <a:gd name="connsiteX567" fmla="*/ 8501703 w 11362354"/>
                <a:gd name="connsiteY567" fmla="*/ 240739 h 1972800"/>
                <a:gd name="connsiteX568" fmla="*/ 8042875 w 11362354"/>
                <a:gd name="connsiteY568" fmla="*/ 240739 h 1972800"/>
                <a:gd name="connsiteX569" fmla="*/ 7193139 w 11362354"/>
                <a:gd name="connsiteY569" fmla="*/ 203834 h 1972800"/>
                <a:gd name="connsiteX570" fmla="*/ 7762309 w 11362354"/>
                <a:gd name="connsiteY570" fmla="*/ 203834 h 1972800"/>
                <a:gd name="connsiteX571" fmla="*/ 7779389 w 11362354"/>
                <a:gd name="connsiteY571" fmla="*/ 240739 h 1972800"/>
                <a:gd name="connsiteX572" fmla="*/ 7193139 w 11362354"/>
                <a:gd name="connsiteY572" fmla="*/ 240739 h 1972800"/>
                <a:gd name="connsiteX573" fmla="*/ 6188669 w 11362354"/>
                <a:gd name="connsiteY573" fmla="*/ 203834 h 1972800"/>
                <a:gd name="connsiteX574" fmla="*/ 7080275 w 11362354"/>
                <a:gd name="connsiteY574" fmla="*/ 203834 h 1972800"/>
                <a:gd name="connsiteX575" fmla="*/ 7080275 w 11362354"/>
                <a:gd name="connsiteY575" fmla="*/ 240739 h 1972800"/>
                <a:gd name="connsiteX576" fmla="*/ 6188669 w 11362354"/>
                <a:gd name="connsiteY576" fmla="*/ 240739 h 1972800"/>
                <a:gd name="connsiteX577" fmla="*/ 5574793 w 11362354"/>
                <a:gd name="connsiteY577" fmla="*/ 203834 h 1972800"/>
                <a:gd name="connsiteX578" fmla="*/ 6073294 w 11362354"/>
                <a:gd name="connsiteY578" fmla="*/ 203834 h 1972800"/>
                <a:gd name="connsiteX579" fmla="*/ 6073294 w 11362354"/>
                <a:gd name="connsiteY579" fmla="*/ 240739 h 1972800"/>
                <a:gd name="connsiteX580" fmla="*/ 5574793 w 11362354"/>
                <a:gd name="connsiteY580" fmla="*/ 240739 h 1972800"/>
                <a:gd name="connsiteX581" fmla="*/ 4792811 w 11362354"/>
                <a:gd name="connsiteY581" fmla="*/ 203834 h 1972800"/>
                <a:gd name="connsiteX582" fmla="*/ 5291307 w 11362354"/>
                <a:gd name="connsiteY582" fmla="*/ 203834 h 1972800"/>
                <a:gd name="connsiteX583" fmla="*/ 5291307 w 11362354"/>
                <a:gd name="connsiteY583" fmla="*/ 240739 h 1972800"/>
                <a:gd name="connsiteX584" fmla="*/ 4792811 w 11362354"/>
                <a:gd name="connsiteY584" fmla="*/ 240739 h 1972800"/>
                <a:gd name="connsiteX585" fmla="*/ 2285298 w 11362354"/>
                <a:gd name="connsiteY585" fmla="*/ 203834 h 1972800"/>
                <a:gd name="connsiteX586" fmla="*/ 3183254 w 11362354"/>
                <a:gd name="connsiteY586" fmla="*/ 203834 h 1972800"/>
                <a:gd name="connsiteX587" fmla="*/ 3183254 w 11362354"/>
                <a:gd name="connsiteY587" fmla="*/ 240739 h 1972800"/>
                <a:gd name="connsiteX588" fmla="*/ 2285298 w 11362354"/>
                <a:gd name="connsiteY588" fmla="*/ 240739 h 1972800"/>
                <a:gd name="connsiteX589" fmla="*/ 985097 w 11362354"/>
                <a:gd name="connsiteY589" fmla="*/ 203834 h 1972800"/>
                <a:gd name="connsiteX590" fmla="*/ 2069184 w 11362354"/>
                <a:gd name="connsiteY590" fmla="*/ 203834 h 1972800"/>
                <a:gd name="connsiteX591" fmla="*/ 2093941 w 11362354"/>
                <a:gd name="connsiteY591" fmla="*/ 240739 h 1972800"/>
                <a:gd name="connsiteX592" fmla="*/ 985097 w 11362354"/>
                <a:gd name="connsiteY592" fmla="*/ 240739 h 1972800"/>
                <a:gd name="connsiteX593" fmla="*/ 0 w 11362354"/>
                <a:gd name="connsiteY593" fmla="*/ 203834 h 1972800"/>
                <a:gd name="connsiteX594" fmla="*/ 877145 w 11362354"/>
                <a:gd name="connsiteY594" fmla="*/ 203834 h 1972800"/>
                <a:gd name="connsiteX595" fmla="*/ 877145 w 11362354"/>
                <a:gd name="connsiteY595" fmla="*/ 240739 h 1972800"/>
                <a:gd name="connsiteX596" fmla="*/ 0 w 11362354"/>
                <a:gd name="connsiteY596" fmla="*/ 240739 h 1972800"/>
                <a:gd name="connsiteX597" fmla="*/ 3491565 w 11362354"/>
                <a:gd name="connsiteY597" fmla="*/ 203833 h 1972800"/>
                <a:gd name="connsiteX598" fmla="*/ 4473824 w 11362354"/>
                <a:gd name="connsiteY598" fmla="*/ 203833 h 1972800"/>
                <a:gd name="connsiteX599" fmla="*/ 4499119 w 11362354"/>
                <a:gd name="connsiteY599" fmla="*/ 240738 h 1972800"/>
                <a:gd name="connsiteX600" fmla="*/ 3466269 w 11362354"/>
                <a:gd name="connsiteY600" fmla="*/ 240738 h 1972800"/>
                <a:gd name="connsiteX601" fmla="*/ 3491565 w 11362354"/>
                <a:gd name="connsiteY601" fmla="*/ 203833 h 1972800"/>
                <a:gd name="connsiteX602" fmla="*/ 10550205 w 11362354"/>
                <a:gd name="connsiteY602" fmla="*/ 96959 h 1972800"/>
                <a:gd name="connsiteX603" fmla="*/ 10671926 w 11362354"/>
                <a:gd name="connsiteY603" fmla="*/ 96959 h 1972800"/>
                <a:gd name="connsiteX604" fmla="*/ 11306110 w 11362354"/>
                <a:gd name="connsiteY604" fmla="*/ 96959 h 1972800"/>
                <a:gd name="connsiteX605" fmla="*/ 11306110 w 11362354"/>
                <a:gd name="connsiteY605" fmla="*/ 121993 h 1972800"/>
                <a:gd name="connsiteX606" fmla="*/ 10671926 w 11362354"/>
                <a:gd name="connsiteY606" fmla="*/ 121993 h 1972800"/>
                <a:gd name="connsiteX607" fmla="*/ 10531544 w 11362354"/>
                <a:gd name="connsiteY607" fmla="*/ 121993 h 1972800"/>
                <a:gd name="connsiteX608" fmla="*/ 9781432 w 11362354"/>
                <a:gd name="connsiteY608" fmla="*/ 96753 h 1972800"/>
                <a:gd name="connsiteX609" fmla="*/ 10286039 w 11362354"/>
                <a:gd name="connsiteY609" fmla="*/ 96753 h 1972800"/>
                <a:gd name="connsiteX610" fmla="*/ 10286039 w 11362354"/>
                <a:gd name="connsiteY610" fmla="*/ 121735 h 1972800"/>
                <a:gd name="connsiteX611" fmla="*/ 9781432 w 11362354"/>
                <a:gd name="connsiteY611" fmla="*/ 121735 h 1972800"/>
                <a:gd name="connsiteX612" fmla="*/ 8612890 w 11362354"/>
                <a:gd name="connsiteY612" fmla="*/ 96753 h 1972800"/>
                <a:gd name="connsiteX613" fmla="*/ 9668568 w 11362354"/>
                <a:gd name="connsiteY613" fmla="*/ 96753 h 1972800"/>
                <a:gd name="connsiteX614" fmla="*/ 9668568 w 11362354"/>
                <a:gd name="connsiteY614" fmla="*/ 121735 h 1972800"/>
                <a:gd name="connsiteX615" fmla="*/ 8612890 w 11362354"/>
                <a:gd name="connsiteY615" fmla="*/ 121735 h 1972800"/>
                <a:gd name="connsiteX616" fmla="*/ 8042875 w 11362354"/>
                <a:gd name="connsiteY616" fmla="*/ 96753 h 1972800"/>
                <a:gd name="connsiteX617" fmla="*/ 8501703 w 11362354"/>
                <a:gd name="connsiteY617" fmla="*/ 96753 h 1972800"/>
                <a:gd name="connsiteX618" fmla="*/ 8501703 w 11362354"/>
                <a:gd name="connsiteY618" fmla="*/ 121735 h 1972800"/>
                <a:gd name="connsiteX619" fmla="*/ 8042875 w 11362354"/>
                <a:gd name="connsiteY619" fmla="*/ 121735 h 1972800"/>
                <a:gd name="connsiteX620" fmla="*/ 7193139 w 11362354"/>
                <a:gd name="connsiteY620" fmla="*/ 96753 h 1972800"/>
                <a:gd name="connsiteX621" fmla="*/ 7712749 w 11362354"/>
                <a:gd name="connsiteY621" fmla="*/ 96753 h 1972800"/>
                <a:gd name="connsiteX622" fmla="*/ 7724312 w 11362354"/>
                <a:gd name="connsiteY622" fmla="*/ 121735 h 1972800"/>
                <a:gd name="connsiteX623" fmla="*/ 7193139 w 11362354"/>
                <a:gd name="connsiteY623" fmla="*/ 121735 h 1972800"/>
                <a:gd name="connsiteX624" fmla="*/ 6188669 w 11362354"/>
                <a:gd name="connsiteY624" fmla="*/ 96753 h 1972800"/>
                <a:gd name="connsiteX625" fmla="*/ 7080275 w 11362354"/>
                <a:gd name="connsiteY625" fmla="*/ 96753 h 1972800"/>
                <a:gd name="connsiteX626" fmla="*/ 7080275 w 11362354"/>
                <a:gd name="connsiteY626" fmla="*/ 121735 h 1972800"/>
                <a:gd name="connsiteX627" fmla="*/ 6188669 w 11362354"/>
                <a:gd name="connsiteY627" fmla="*/ 121735 h 1972800"/>
                <a:gd name="connsiteX628" fmla="*/ 5574793 w 11362354"/>
                <a:gd name="connsiteY628" fmla="*/ 96753 h 1972800"/>
                <a:gd name="connsiteX629" fmla="*/ 6073294 w 11362354"/>
                <a:gd name="connsiteY629" fmla="*/ 96753 h 1972800"/>
                <a:gd name="connsiteX630" fmla="*/ 6073294 w 11362354"/>
                <a:gd name="connsiteY630" fmla="*/ 121735 h 1972800"/>
                <a:gd name="connsiteX631" fmla="*/ 5574793 w 11362354"/>
                <a:gd name="connsiteY631" fmla="*/ 121735 h 1972800"/>
                <a:gd name="connsiteX632" fmla="*/ 4792811 w 11362354"/>
                <a:gd name="connsiteY632" fmla="*/ 96753 h 1972800"/>
                <a:gd name="connsiteX633" fmla="*/ 5291307 w 11362354"/>
                <a:gd name="connsiteY633" fmla="*/ 96753 h 1972800"/>
                <a:gd name="connsiteX634" fmla="*/ 5291307 w 11362354"/>
                <a:gd name="connsiteY634" fmla="*/ 121735 h 1972800"/>
                <a:gd name="connsiteX635" fmla="*/ 4792811 w 11362354"/>
                <a:gd name="connsiteY635" fmla="*/ 121735 h 1972800"/>
                <a:gd name="connsiteX636" fmla="*/ 2285298 w 11362354"/>
                <a:gd name="connsiteY636" fmla="*/ 96753 h 1972800"/>
                <a:gd name="connsiteX637" fmla="*/ 3183254 w 11362354"/>
                <a:gd name="connsiteY637" fmla="*/ 96753 h 1972800"/>
                <a:gd name="connsiteX638" fmla="*/ 3183254 w 11362354"/>
                <a:gd name="connsiteY638" fmla="*/ 121735 h 1972800"/>
                <a:gd name="connsiteX639" fmla="*/ 2285298 w 11362354"/>
                <a:gd name="connsiteY639" fmla="*/ 121735 h 1972800"/>
                <a:gd name="connsiteX640" fmla="*/ 985097 w 11362354"/>
                <a:gd name="connsiteY640" fmla="*/ 96753 h 1972800"/>
                <a:gd name="connsiteX641" fmla="*/ 1978552 w 11362354"/>
                <a:gd name="connsiteY641" fmla="*/ 96753 h 1972800"/>
                <a:gd name="connsiteX642" fmla="*/ 2002599 w 11362354"/>
                <a:gd name="connsiteY642" fmla="*/ 121735 h 1972800"/>
                <a:gd name="connsiteX643" fmla="*/ 985097 w 11362354"/>
                <a:gd name="connsiteY643" fmla="*/ 121735 h 1972800"/>
                <a:gd name="connsiteX644" fmla="*/ 0 w 11362354"/>
                <a:gd name="connsiteY644" fmla="*/ 96753 h 1972800"/>
                <a:gd name="connsiteX645" fmla="*/ 877145 w 11362354"/>
                <a:gd name="connsiteY645" fmla="*/ 96753 h 1972800"/>
                <a:gd name="connsiteX646" fmla="*/ 877145 w 11362354"/>
                <a:gd name="connsiteY646" fmla="*/ 121735 h 1972800"/>
                <a:gd name="connsiteX647" fmla="*/ 0 w 11362354"/>
                <a:gd name="connsiteY647" fmla="*/ 121735 h 1972800"/>
                <a:gd name="connsiteX648" fmla="*/ 3581580 w 11362354"/>
                <a:gd name="connsiteY648" fmla="*/ 96752 h 1972800"/>
                <a:gd name="connsiteX649" fmla="*/ 4383809 w 11362354"/>
                <a:gd name="connsiteY649" fmla="*/ 96752 h 1972800"/>
                <a:gd name="connsiteX650" fmla="*/ 4407456 w 11362354"/>
                <a:gd name="connsiteY650" fmla="*/ 121734 h 1972800"/>
                <a:gd name="connsiteX651" fmla="*/ 3557933 w 11362354"/>
                <a:gd name="connsiteY651" fmla="*/ 121734 h 1972800"/>
                <a:gd name="connsiteX652" fmla="*/ 3581580 w 11362354"/>
                <a:gd name="connsiteY652" fmla="*/ 96752 h 1972800"/>
                <a:gd name="connsiteX653" fmla="*/ 10683999 w 11362354"/>
                <a:gd name="connsiteY653" fmla="*/ 1 h 1972800"/>
                <a:gd name="connsiteX654" fmla="*/ 10743787 w 11362354"/>
                <a:gd name="connsiteY654" fmla="*/ 1 h 1972800"/>
                <a:gd name="connsiteX655" fmla="*/ 10800434 w 11362354"/>
                <a:gd name="connsiteY655" fmla="*/ 2849 h 1972800"/>
                <a:gd name="connsiteX656" fmla="*/ 10800434 w 11362354"/>
                <a:gd name="connsiteY656" fmla="*/ 1 h 1972800"/>
                <a:gd name="connsiteX657" fmla="*/ 11306110 w 11362354"/>
                <a:gd name="connsiteY657" fmla="*/ 1 h 1972800"/>
                <a:gd name="connsiteX658" fmla="*/ 11306110 w 11362354"/>
                <a:gd name="connsiteY658" fmla="*/ 14690 h 1972800"/>
                <a:gd name="connsiteX659" fmla="*/ 10671926 w 11362354"/>
                <a:gd name="connsiteY659" fmla="*/ 14690 h 1972800"/>
                <a:gd name="connsiteX660" fmla="*/ 10634292 w 11362354"/>
                <a:gd name="connsiteY660" fmla="*/ 14690 h 1972800"/>
                <a:gd name="connsiteX661" fmla="*/ 10646512 w 11362354"/>
                <a:gd name="connsiteY661" fmla="*/ 4251 h 1972800"/>
                <a:gd name="connsiteX662" fmla="*/ 10646512 w 11362354"/>
                <a:gd name="connsiteY662" fmla="*/ 2687 h 1972800"/>
                <a:gd name="connsiteX663" fmla="*/ 10671926 w 11362354"/>
                <a:gd name="connsiteY663" fmla="*/ 1221 h 1972800"/>
                <a:gd name="connsiteX664" fmla="*/ 10671926 w 11362354"/>
                <a:gd name="connsiteY664" fmla="*/ 697 h 1972800"/>
                <a:gd name="connsiteX665" fmla="*/ 9781432 w 11362354"/>
                <a:gd name="connsiteY665" fmla="*/ 1 h 1972800"/>
                <a:gd name="connsiteX666" fmla="*/ 10286039 w 11362354"/>
                <a:gd name="connsiteY666" fmla="*/ 1 h 1972800"/>
                <a:gd name="connsiteX667" fmla="*/ 10286039 w 11362354"/>
                <a:gd name="connsiteY667" fmla="*/ 14659 h 1972800"/>
                <a:gd name="connsiteX668" fmla="*/ 9781432 w 11362354"/>
                <a:gd name="connsiteY668" fmla="*/ 14659 h 1972800"/>
                <a:gd name="connsiteX669" fmla="*/ 8612890 w 11362354"/>
                <a:gd name="connsiteY669" fmla="*/ 1 h 1972800"/>
                <a:gd name="connsiteX670" fmla="*/ 9668568 w 11362354"/>
                <a:gd name="connsiteY670" fmla="*/ 1 h 1972800"/>
                <a:gd name="connsiteX671" fmla="*/ 9668568 w 11362354"/>
                <a:gd name="connsiteY671" fmla="*/ 14659 h 1972800"/>
                <a:gd name="connsiteX672" fmla="*/ 8612890 w 11362354"/>
                <a:gd name="connsiteY672" fmla="*/ 14659 h 1972800"/>
                <a:gd name="connsiteX673" fmla="*/ 8042875 w 11362354"/>
                <a:gd name="connsiteY673" fmla="*/ 1 h 1972800"/>
                <a:gd name="connsiteX674" fmla="*/ 8501703 w 11362354"/>
                <a:gd name="connsiteY674" fmla="*/ 1 h 1972800"/>
                <a:gd name="connsiteX675" fmla="*/ 8501703 w 11362354"/>
                <a:gd name="connsiteY675" fmla="*/ 14659 h 1972800"/>
                <a:gd name="connsiteX676" fmla="*/ 8042875 w 11362354"/>
                <a:gd name="connsiteY676" fmla="*/ 14659 h 1972800"/>
                <a:gd name="connsiteX677" fmla="*/ 7193139 w 11362354"/>
                <a:gd name="connsiteY677" fmla="*/ 1 h 1972800"/>
                <a:gd name="connsiteX678" fmla="*/ 7667970 w 11362354"/>
                <a:gd name="connsiteY678" fmla="*/ 1 h 1972800"/>
                <a:gd name="connsiteX679" fmla="*/ 7674758 w 11362354"/>
                <a:gd name="connsiteY679" fmla="*/ 14659 h 1972800"/>
                <a:gd name="connsiteX680" fmla="*/ 7193139 w 11362354"/>
                <a:gd name="connsiteY680" fmla="*/ 14659 h 1972800"/>
                <a:gd name="connsiteX681" fmla="*/ 6188669 w 11362354"/>
                <a:gd name="connsiteY681" fmla="*/ 1 h 1972800"/>
                <a:gd name="connsiteX682" fmla="*/ 7080275 w 11362354"/>
                <a:gd name="connsiteY682" fmla="*/ 1 h 1972800"/>
                <a:gd name="connsiteX683" fmla="*/ 7080275 w 11362354"/>
                <a:gd name="connsiteY683" fmla="*/ 14659 h 1972800"/>
                <a:gd name="connsiteX684" fmla="*/ 6188669 w 11362354"/>
                <a:gd name="connsiteY684" fmla="*/ 14659 h 1972800"/>
                <a:gd name="connsiteX685" fmla="*/ 5574793 w 11362354"/>
                <a:gd name="connsiteY685" fmla="*/ 1 h 1972800"/>
                <a:gd name="connsiteX686" fmla="*/ 6073294 w 11362354"/>
                <a:gd name="connsiteY686" fmla="*/ 1 h 1972800"/>
                <a:gd name="connsiteX687" fmla="*/ 6073294 w 11362354"/>
                <a:gd name="connsiteY687" fmla="*/ 14659 h 1972800"/>
                <a:gd name="connsiteX688" fmla="*/ 5574793 w 11362354"/>
                <a:gd name="connsiteY688" fmla="*/ 14659 h 1972800"/>
                <a:gd name="connsiteX689" fmla="*/ 4792811 w 11362354"/>
                <a:gd name="connsiteY689" fmla="*/ 1 h 1972800"/>
                <a:gd name="connsiteX690" fmla="*/ 5291307 w 11362354"/>
                <a:gd name="connsiteY690" fmla="*/ 1 h 1972800"/>
                <a:gd name="connsiteX691" fmla="*/ 5291307 w 11362354"/>
                <a:gd name="connsiteY691" fmla="*/ 14659 h 1972800"/>
                <a:gd name="connsiteX692" fmla="*/ 4792811 w 11362354"/>
                <a:gd name="connsiteY692" fmla="*/ 14659 h 1972800"/>
                <a:gd name="connsiteX693" fmla="*/ 2285298 w 11362354"/>
                <a:gd name="connsiteY693" fmla="*/ 1 h 1972800"/>
                <a:gd name="connsiteX694" fmla="*/ 3183254 w 11362354"/>
                <a:gd name="connsiteY694" fmla="*/ 1 h 1972800"/>
                <a:gd name="connsiteX695" fmla="*/ 3183254 w 11362354"/>
                <a:gd name="connsiteY695" fmla="*/ 14659 h 1972800"/>
                <a:gd name="connsiteX696" fmla="*/ 2285298 w 11362354"/>
                <a:gd name="connsiteY696" fmla="*/ 14659 h 1972800"/>
                <a:gd name="connsiteX697" fmla="*/ 985097 w 11362354"/>
                <a:gd name="connsiteY697" fmla="*/ 1 h 1972800"/>
                <a:gd name="connsiteX698" fmla="*/ 1846470 w 11362354"/>
                <a:gd name="connsiteY698" fmla="*/ 1 h 1972800"/>
                <a:gd name="connsiteX699" fmla="*/ 1869376 w 11362354"/>
                <a:gd name="connsiteY699" fmla="*/ 14659 h 1972800"/>
                <a:gd name="connsiteX700" fmla="*/ 985097 w 11362354"/>
                <a:gd name="connsiteY700" fmla="*/ 14659 h 1972800"/>
                <a:gd name="connsiteX701" fmla="*/ 0 w 11362354"/>
                <a:gd name="connsiteY701" fmla="*/ 1 h 1972800"/>
                <a:gd name="connsiteX702" fmla="*/ 877145 w 11362354"/>
                <a:gd name="connsiteY702" fmla="*/ 1 h 1972800"/>
                <a:gd name="connsiteX703" fmla="*/ 877145 w 11362354"/>
                <a:gd name="connsiteY703" fmla="*/ 14659 h 1972800"/>
                <a:gd name="connsiteX704" fmla="*/ 0 w 11362354"/>
                <a:gd name="connsiteY704" fmla="*/ 14659 h 1972800"/>
                <a:gd name="connsiteX705" fmla="*/ 3702830 w 11362354"/>
                <a:gd name="connsiteY705" fmla="*/ 0 h 1972800"/>
                <a:gd name="connsiteX706" fmla="*/ 4262563 w 11362354"/>
                <a:gd name="connsiteY706" fmla="*/ 0 h 1972800"/>
                <a:gd name="connsiteX707" fmla="*/ 4284257 w 11362354"/>
                <a:gd name="connsiteY707" fmla="*/ 14658 h 1972800"/>
                <a:gd name="connsiteX708" fmla="*/ 3681132 w 11362354"/>
                <a:gd name="connsiteY708" fmla="*/ 14658 h 197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</a:cxnLst>
              <a:rect l="l" t="t" r="r" b="b"/>
              <a:pathLst>
                <a:path w="11362354" h="1972800">
                  <a:moveTo>
                    <a:pt x="4196821" y="1846406"/>
                  </a:moveTo>
                  <a:lnTo>
                    <a:pt x="4515841" y="1846406"/>
                  </a:lnTo>
                  <a:lnTo>
                    <a:pt x="4302401" y="1972800"/>
                  </a:lnTo>
                  <a:lnTo>
                    <a:pt x="4276590" y="1972800"/>
                  </a:lnTo>
                  <a:close/>
                  <a:moveTo>
                    <a:pt x="10408772" y="1547682"/>
                  </a:moveTo>
                  <a:lnTo>
                    <a:pt x="11236685" y="1547682"/>
                  </a:lnTo>
                  <a:cubicBezTo>
                    <a:pt x="11178355" y="1621090"/>
                    <a:pt x="11101638" y="1688425"/>
                    <a:pt x="11013744" y="1726479"/>
                  </a:cubicBezTo>
                  <a:cubicBezTo>
                    <a:pt x="10916839" y="1760403"/>
                    <a:pt x="10802883" y="1780105"/>
                    <a:pt x="10702056" y="1776200"/>
                  </a:cubicBezTo>
                  <a:cubicBezTo>
                    <a:pt x="10601227" y="1772294"/>
                    <a:pt x="10494409" y="1740125"/>
                    <a:pt x="10408772" y="1703049"/>
                  </a:cubicBezTo>
                  <a:close/>
                  <a:moveTo>
                    <a:pt x="9781432" y="1544408"/>
                  </a:moveTo>
                  <a:lnTo>
                    <a:pt x="10286039" y="1544408"/>
                  </a:lnTo>
                  <a:lnTo>
                    <a:pt x="10286039" y="1763438"/>
                  </a:lnTo>
                  <a:lnTo>
                    <a:pt x="9781432" y="1763438"/>
                  </a:lnTo>
                  <a:close/>
                  <a:moveTo>
                    <a:pt x="8877431" y="1544408"/>
                  </a:moveTo>
                  <a:lnTo>
                    <a:pt x="9382033" y="1544408"/>
                  </a:lnTo>
                  <a:lnTo>
                    <a:pt x="9382033" y="1763438"/>
                  </a:lnTo>
                  <a:lnTo>
                    <a:pt x="8877431" y="1763438"/>
                  </a:lnTo>
                  <a:close/>
                  <a:moveTo>
                    <a:pt x="7955283" y="1544408"/>
                  </a:moveTo>
                  <a:lnTo>
                    <a:pt x="8501703" y="1544408"/>
                  </a:lnTo>
                  <a:lnTo>
                    <a:pt x="8501703" y="1763438"/>
                  </a:lnTo>
                  <a:lnTo>
                    <a:pt x="8046371" y="1763438"/>
                  </a:lnTo>
                  <a:close/>
                  <a:moveTo>
                    <a:pt x="7193139" y="1544408"/>
                  </a:moveTo>
                  <a:lnTo>
                    <a:pt x="7648159" y="1544408"/>
                  </a:lnTo>
                  <a:lnTo>
                    <a:pt x="7648159" y="1763438"/>
                  </a:lnTo>
                  <a:lnTo>
                    <a:pt x="7193139" y="1763438"/>
                  </a:lnTo>
                  <a:close/>
                  <a:moveTo>
                    <a:pt x="6188669" y="1544408"/>
                  </a:moveTo>
                  <a:lnTo>
                    <a:pt x="7080275" y="1544408"/>
                  </a:lnTo>
                  <a:lnTo>
                    <a:pt x="7080275" y="1763438"/>
                  </a:lnTo>
                  <a:lnTo>
                    <a:pt x="6188669" y="1763438"/>
                  </a:lnTo>
                  <a:close/>
                  <a:moveTo>
                    <a:pt x="4886266" y="1544408"/>
                  </a:moveTo>
                  <a:lnTo>
                    <a:pt x="5979839" y="1544408"/>
                  </a:lnTo>
                  <a:cubicBezTo>
                    <a:pt x="5886803" y="1676927"/>
                    <a:pt x="5732198" y="1763438"/>
                    <a:pt x="5557257" y="1763438"/>
                  </a:cubicBezTo>
                  <a:lnTo>
                    <a:pt x="5308843" y="1763438"/>
                  </a:lnTo>
                  <a:cubicBezTo>
                    <a:pt x="5133911" y="1763438"/>
                    <a:pt x="4979301" y="1676927"/>
                    <a:pt x="4886266" y="1544408"/>
                  </a:cubicBezTo>
                  <a:close/>
                  <a:moveTo>
                    <a:pt x="2285298" y="1544408"/>
                  </a:moveTo>
                  <a:lnTo>
                    <a:pt x="3183254" y="1544408"/>
                  </a:lnTo>
                  <a:lnTo>
                    <a:pt x="3183254" y="1763438"/>
                  </a:lnTo>
                  <a:lnTo>
                    <a:pt x="2285298" y="1763438"/>
                  </a:lnTo>
                  <a:close/>
                  <a:moveTo>
                    <a:pt x="1699767" y="1544408"/>
                  </a:moveTo>
                  <a:lnTo>
                    <a:pt x="2161050" y="1544408"/>
                  </a:lnTo>
                  <a:lnTo>
                    <a:pt x="2265828" y="1763438"/>
                  </a:lnTo>
                  <a:lnTo>
                    <a:pt x="1796468" y="1763438"/>
                  </a:lnTo>
                  <a:close/>
                  <a:moveTo>
                    <a:pt x="985097" y="1544408"/>
                  </a:moveTo>
                  <a:lnTo>
                    <a:pt x="1468672" y="1544408"/>
                  </a:lnTo>
                  <a:lnTo>
                    <a:pt x="1468672" y="1763438"/>
                  </a:lnTo>
                  <a:lnTo>
                    <a:pt x="985097" y="1763438"/>
                  </a:lnTo>
                  <a:close/>
                  <a:moveTo>
                    <a:pt x="0" y="1544408"/>
                  </a:moveTo>
                  <a:lnTo>
                    <a:pt x="506025" y="1544408"/>
                  </a:lnTo>
                  <a:lnTo>
                    <a:pt x="506025" y="1763438"/>
                  </a:lnTo>
                  <a:lnTo>
                    <a:pt x="498505" y="1763438"/>
                  </a:lnTo>
                  <a:lnTo>
                    <a:pt x="7520" y="1763438"/>
                  </a:lnTo>
                  <a:lnTo>
                    <a:pt x="0" y="1763438"/>
                  </a:lnTo>
                  <a:close/>
                  <a:moveTo>
                    <a:pt x="3478763" y="1544407"/>
                  </a:moveTo>
                  <a:lnTo>
                    <a:pt x="4486152" y="1544407"/>
                  </a:lnTo>
                  <a:cubicBezTo>
                    <a:pt x="4484148" y="1548197"/>
                    <a:pt x="4481735" y="1551706"/>
                    <a:pt x="4479313" y="1555187"/>
                  </a:cubicBezTo>
                  <a:lnTo>
                    <a:pt x="4654042" y="1763437"/>
                  </a:lnTo>
                  <a:lnTo>
                    <a:pt x="3697470" y="1763437"/>
                  </a:lnTo>
                  <a:cubicBezTo>
                    <a:pt x="3614316" y="1711031"/>
                    <a:pt x="3539996" y="1636273"/>
                    <a:pt x="3478763" y="1544407"/>
                  </a:cubicBezTo>
                  <a:close/>
                  <a:moveTo>
                    <a:pt x="10408772" y="1290902"/>
                  </a:moveTo>
                  <a:lnTo>
                    <a:pt x="10568570" y="1290902"/>
                  </a:lnTo>
                  <a:cubicBezTo>
                    <a:pt x="10577470" y="1298557"/>
                    <a:pt x="10581828" y="1306214"/>
                    <a:pt x="10590729" y="1313870"/>
                  </a:cubicBezTo>
                  <a:cubicBezTo>
                    <a:pt x="10620545" y="1348521"/>
                    <a:pt x="10677153" y="1369391"/>
                    <a:pt x="10721250" y="1365562"/>
                  </a:cubicBezTo>
                  <a:cubicBezTo>
                    <a:pt x="10765348" y="1361734"/>
                    <a:pt x="10826744" y="1338516"/>
                    <a:pt x="10855315" y="1290902"/>
                  </a:cubicBezTo>
                  <a:lnTo>
                    <a:pt x="11214890" y="1290902"/>
                  </a:lnTo>
                  <a:lnTo>
                    <a:pt x="11346112" y="1290902"/>
                  </a:lnTo>
                  <a:cubicBezTo>
                    <a:pt x="11334622" y="1353431"/>
                    <a:pt x="11312604" y="1412394"/>
                    <a:pt x="11280882" y="1465414"/>
                  </a:cubicBezTo>
                  <a:lnTo>
                    <a:pt x="11214890" y="1465414"/>
                  </a:lnTo>
                  <a:lnTo>
                    <a:pt x="10408772" y="1465414"/>
                  </a:lnTo>
                  <a:close/>
                  <a:moveTo>
                    <a:pt x="3354588" y="1288169"/>
                  </a:moveTo>
                  <a:lnTo>
                    <a:pt x="3891084" y="1288169"/>
                  </a:lnTo>
                  <a:cubicBezTo>
                    <a:pt x="3918715" y="1317171"/>
                    <a:pt x="3949853" y="1333215"/>
                    <a:pt x="3982693" y="1333215"/>
                  </a:cubicBezTo>
                  <a:cubicBezTo>
                    <a:pt x="4015535" y="1333215"/>
                    <a:pt x="4046674" y="1317171"/>
                    <a:pt x="4074304" y="1288169"/>
                  </a:cubicBezTo>
                  <a:lnTo>
                    <a:pt x="4610046" y="1288169"/>
                  </a:lnTo>
                  <a:cubicBezTo>
                    <a:pt x="4590290" y="1350350"/>
                    <a:pt x="4565183" y="1408715"/>
                    <a:pt x="4535426" y="1462313"/>
                  </a:cubicBezTo>
                  <a:lnTo>
                    <a:pt x="3429061" y="1462313"/>
                  </a:lnTo>
                  <a:cubicBezTo>
                    <a:pt x="3399902" y="1408452"/>
                    <a:pt x="3374896" y="1350106"/>
                    <a:pt x="3354588" y="1288169"/>
                  </a:cubicBezTo>
                  <a:close/>
                  <a:moveTo>
                    <a:pt x="9781432" y="1288165"/>
                  </a:moveTo>
                  <a:lnTo>
                    <a:pt x="10286039" y="1288165"/>
                  </a:lnTo>
                  <a:lnTo>
                    <a:pt x="10286039" y="1462314"/>
                  </a:lnTo>
                  <a:lnTo>
                    <a:pt x="9781432" y="1462314"/>
                  </a:lnTo>
                  <a:close/>
                  <a:moveTo>
                    <a:pt x="8877431" y="1288165"/>
                  </a:moveTo>
                  <a:lnTo>
                    <a:pt x="9382033" y="1288165"/>
                  </a:lnTo>
                  <a:lnTo>
                    <a:pt x="9382033" y="1462314"/>
                  </a:lnTo>
                  <a:lnTo>
                    <a:pt x="8877431" y="1462314"/>
                  </a:lnTo>
                  <a:close/>
                  <a:moveTo>
                    <a:pt x="7848731" y="1288165"/>
                  </a:moveTo>
                  <a:lnTo>
                    <a:pt x="8501703" y="1288165"/>
                  </a:lnTo>
                  <a:lnTo>
                    <a:pt x="8501703" y="1462314"/>
                  </a:lnTo>
                  <a:lnTo>
                    <a:pt x="7921150" y="1462314"/>
                  </a:lnTo>
                  <a:close/>
                  <a:moveTo>
                    <a:pt x="7193139" y="1288165"/>
                  </a:moveTo>
                  <a:lnTo>
                    <a:pt x="7648159" y="1288165"/>
                  </a:lnTo>
                  <a:lnTo>
                    <a:pt x="7648159" y="1462314"/>
                  </a:lnTo>
                  <a:lnTo>
                    <a:pt x="7193139" y="1462314"/>
                  </a:lnTo>
                  <a:close/>
                  <a:moveTo>
                    <a:pt x="6188669" y="1288165"/>
                  </a:moveTo>
                  <a:lnTo>
                    <a:pt x="6674501" y="1288165"/>
                  </a:lnTo>
                  <a:lnTo>
                    <a:pt x="6674501" y="1351991"/>
                  </a:lnTo>
                  <a:lnTo>
                    <a:pt x="7080275" y="1351991"/>
                  </a:lnTo>
                  <a:lnTo>
                    <a:pt x="7080275" y="1462314"/>
                  </a:lnTo>
                  <a:lnTo>
                    <a:pt x="6188669" y="1462314"/>
                  </a:lnTo>
                  <a:close/>
                  <a:moveTo>
                    <a:pt x="4794722" y="1288165"/>
                  </a:moveTo>
                  <a:lnTo>
                    <a:pt x="5308313" y="1288165"/>
                  </a:lnTo>
                  <a:cubicBezTo>
                    <a:pt x="5331518" y="1333078"/>
                    <a:pt x="5378715" y="1363467"/>
                    <a:pt x="5433050" y="1363467"/>
                  </a:cubicBezTo>
                  <a:cubicBezTo>
                    <a:pt x="5487389" y="1363467"/>
                    <a:pt x="5534582" y="1333078"/>
                    <a:pt x="5557791" y="1288165"/>
                  </a:cubicBezTo>
                  <a:lnTo>
                    <a:pt x="6071387" y="1288165"/>
                  </a:lnTo>
                  <a:cubicBezTo>
                    <a:pt x="6067418" y="1349988"/>
                    <a:pt x="6051903" y="1408730"/>
                    <a:pt x="6026879" y="1462314"/>
                  </a:cubicBezTo>
                  <a:lnTo>
                    <a:pt x="4839225" y="1462314"/>
                  </a:lnTo>
                  <a:cubicBezTo>
                    <a:pt x="4814201" y="1408730"/>
                    <a:pt x="4798682" y="1349988"/>
                    <a:pt x="4794722" y="1288165"/>
                  </a:cubicBezTo>
                  <a:close/>
                  <a:moveTo>
                    <a:pt x="2285298" y="1288165"/>
                  </a:moveTo>
                  <a:lnTo>
                    <a:pt x="2771132" y="1288165"/>
                  </a:lnTo>
                  <a:lnTo>
                    <a:pt x="2771132" y="1351991"/>
                  </a:lnTo>
                  <a:lnTo>
                    <a:pt x="3183254" y="1351991"/>
                  </a:lnTo>
                  <a:lnTo>
                    <a:pt x="3183254" y="1462314"/>
                  </a:lnTo>
                  <a:lnTo>
                    <a:pt x="2285298" y="1462314"/>
                  </a:lnTo>
                  <a:close/>
                  <a:moveTo>
                    <a:pt x="1586644" y="1288165"/>
                  </a:moveTo>
                  <a:lnTo>
                    <a:pt x="2038472" y="1288165"/>
                  </a:lnTo>
                  <a:lnTo>
                    <a:pt x="2121783" y="1462314"/>
                  </a:lnTo>
                  <a:lnTo>
                    <a:pt x="1663530" y="1462314"/>
                  </a:lnTo>
                  <a:close/>
                  <a:moveTo>
                    <a:pt x="985097" y="1288165"/>
                  </a:moveTo>
                  <a:lnTo>
                    <a:pt x="1468672" y="1288165"/>
                  </a:lnTo>
                  <a:lnTo>
                    <a:pt x="1468672" y="1462314"/>
                  </a:lnTo>
                  <a:lnTo>
                    <a:pt x="985097" y="1462314"/>
                  </a:lnTo>
                  <a:close/>
                  <a:moveTo>
                    <a:pt x="0" y="1288165"/>
                  </a:moveTo>
                  <a:lnTo>
                    <a:pt x="506025" y="1288165"/>
                  </a:lnTo>
                  <a:lnTo>
                    <a:pt x="506025" y="1462314"/>
                  </a:lnTo>
                  <a:lnTo>
                    <a:pt x="0" y="1462314"/>
                  </a:lnTo>
                  <a:close/>
                  <a:moveTo>
                    <a:pt x="10408772" y="1157361"/>
                  </a:moveTo>
                  <a:lnTo>
                    <a:pt x="10468381" y="1208632"/>
                  </a:lnTo>
                  <a:lnTo>
                    <a:pt x="10408772" y="1208632"/>
                  </a:lnTo>
                  <a:close/>
                  <a:moveTo>
                    <a:pt x="10816942" y="1078164"/>
                  </a:moveTo>
                  <a:lnTo>
                    <a:pt x="11358000" y="1078164"/>
                  </a:lnTo>
                  <a:cubicBezTo>
                    <a:pt x="11367192" y="1149515"/>
                    <a:pt x="11358946" y="1186888"/>
                    <a:pt x="11359134" y="1208632"/>
                  </a:cubicBezTo>
                  <a:lnTo>
                    <a:pt x="11359134" y="1208633"/>
                  </a:lnTo>
                  <a:lnTo>
                    <a:pt x="10871056" y="1208633"/>
                  </a:lnTo>
                  <a:cubicBezTo>
                    <a:pt x="10871350" y="1207645"/>
                    <a:pt x="10871355" y="1206649"/>
                    <a:pt x="10871355" y="1205652"/>
                  </a:cubicBezTo>
                  <a:cubicBezTo>
                    <a:pt x="10871355" y="1153657"/>
                    <a:pt x="10847076" y="1107297"/>
                    <a:pt x="10808382" y="1078165"/>
                  </a:cubicBezTo>
                  <a:lnTo>
                    <a:pt x="10816943" y="1078165"/>
                  </a:lnTo>
                  <a:close/>
                  <a:moveTo>
                    <a:pt x="9781432" y="1075882"/>
                  </a:moveTo>
                  <a:lnTo>
                    <a:pt x="10286039" y="1075882"/>
                  </a:lnTo>
                  <a:lnTo>
                    <a:pt x="10286039" y="1206076"/>
                  </a:lnTo>
                  <a:lnTo>
                    <a:pt x="9781432" y="1206076"/>
                  </a:lnTo>
                  <a:close/>
                  <a:moveTo>
                    <a:pt x="8877431" y="1075882"/>
                  </a:moveTo>
                  <a:lnTo>
                    <a:pt x="9382033" y="1075882"/>
                  </a:lnTo>
                  <a:lnTo>
                    <a:pt x="9382033" y="1206076"/>
                  </a:lnTo>
                  <a:lnTo>
                    <a:pt x="8877431" y="1206076"/>
                  </a:lnTo>
                  <a:close/>
                  <a:moveTo>
                    <a:pt x="7760453" y="1075882"/>
                  </a:moveTo>
                  <a:lnTo>
                    <a:pt x="8501703" y="1075882"/>
                  </a:lnTo>
                  <a:lnTo>
                    <a:pt x="8501703" y="1206076"/>
                  </a:lnTo>
                  <a:lnTo>
                    <a:pt x="7814594" y="1206076"/>
                  </a:lnTo>
                  <a:close/>
                  <a:moveTo>
                    <a:pt x="7193139" y="1075882"/>
                  </a:moveTo>
                  <a:lnTo>
                    <a:pt x="7648159" y="1075882"/>
                  </a:lnTo>
                  <a:lnTo>
                    <a:pt x="7648159" y="1206076"/>
                  </a:lnTo>
                  <a:lnTo>
                    <a:pt x="7193139" y="1206076"/>
                  </a:lnTo>
                  <a:close/>
                  <a:moveTo>
                    <a:pt x="6188669" y="1075882"/>
                  </a:moveTo>
                  <a:lnTo>
                    <a:pt x="6674501" y="1075882"/>
                  </a:lnTo>
                  <a:lnTo>
                    <a:pt x="6674501" y="1206076"/>
                  </a:lnTo>
                  <a:lnTo>
                    <a:pt x="6188669" y="1206076"/>
                  </a:lnTo>
                  <a:close/>
                  <a:moveTo>
                    <a:pt x="5574793" y="1075882"/>
                  </a:moveTo>
                  <a:lnTo>
                    <a:pt x="6073294" y="1075882"/>
                  </a:lnTo>
                  <a:lnTo>
                    <a:pt x="6073294" y="1206076"/>
                  </a:lnTo>
                  <a:lnTo>
                    <a:pt x="5574793" y="1206076"/>
                  </a:lnTo>
                  <a:close/>
                  <a:moveTo>
                    <a:pt x="4792811" y="1075882"/>
                  </a:moveTo>
                  <a:lnTo>
                    <a:pt x="5291307" y="1075882"/>
                  </a:lnTo>
                  <a:lnTo>
                    <a:pt x="5291307" y="1206076"/>
                  </a:lnTo>
                  <a:lnTo>
                    <a:pt x="4792811" y="1206076"/>
                  </a:lnTo>
                  <a:close/>
                  <a:moveTo>
                    <a:pt x="2285298" y="1075882"/>
                  </a:moveTo>
                  <a:lnTo>
                    <a:pt x="2771132" y="1075882"/>
                  </a:lnTo>
                  <a:lnTo>
                    <a:pt x="2771132" y="1206076"/>
                  </a:lnTo>
                  <a:lnTo>
                    <a:pt x="2285298" y="1206076"/>
                  </a:lnTo>
                  <a:close/>
                  <a:moveTo>
                    <a:pt x="1492927" y="1075882"/>
                  </a:moveTo>
                  <a:lnTo>
                    <a:pt x="1945589" y="1075882"/>
                  </a:lnTo>
                  <a:cubicBezTo>
                    <a:pt x="1944041" y="1077590"/>
                    <a:pt x="1942273" y="1079022"/>
                    <a:pt x="1940491" y="1080455"/>
                  </a:cubicBezTo>
                  <a:lnTo>
                    <a:pt x="1939110" y="1080455"/>
                  </a:lnTo>
                  <a:lnTo>
                    <a:pt x="1939524" y="1081320"/>
                  </a:lnTo>
                  <a:cubicBezTo>
                    <a:pt x="1939165" y="1081707"/>
                    <a:pt x="1938755" y="1082034"/>
                    <a:pt x="1938345" y="1082361"/>
                  </a:cubicBezTo>
                  <a:lnTo>
                    <a:pt x="1940022" y="1082361"/>
                  </a:lnTo>
                  <a:lnTo>
                    <a:pt x="1999205" y="1206076"/>
                  </a:lnTo>
                  <a:lnTo>
                    <a:pt x="1550403" y="1206076"/>
                  </a:lnTo>
                  <a:close/>
                  <a:moveTo>
                    <a:pt x="985097" y="1075882"/>
                  </a:moveTo>
                  <a:lnTo>
                    <a:pt x="1468672" y="1075882"/>
                  </a:lnTo>
                  <a:lnTo>
                    <a:pt x="1468672" y="1206076"/>
                  </a:lnTo>
                  <a:lnTo>
                    <a:pt x="985097" y="1206076"/>
                  </a:lnTo>
                  <a:close/>
                  <a:moveTo>
                    <a:pt x="0" y="1075882"/>
                  </a:moveTo>
                  <a:lnTo>
                    <a:pt x="877145" y="1075882"/>
                  </a:lnTo>
                  <a:lnTo>
                    <a:pt x="877145" y="1098345"/>
                  </a:lnTo>
                  <a:lnTo>
                    <a:pt x="869625" y="1098345"/>
                  </a:lnTo>
                  <a:lnTo>
                    <a:pt x="506025" y="1098345"/>
                  </a:lnTo>
                  <a:lnTo>
                    <a:pt x="506025" y="1206076"/>
                  </a:lnTo>
                  <a:lnTo>
                    <a:pt x="0" y="1206076"/>
                  </a:lnTo>
                  <a:close/>
                  <a:moveTo>
                    <a:pt x="4174413" y="1075881"/>
                  </a:moveTo>
                  <a:lnTo>
                    <a:pt x="4660572" y="1075881"/>
                  </a:lnTo>
                  <a:cubicBezTo>
                    <a:pt x="4654171" y="1120550"/>
                    <a:pt x="4645505" y="1164090"/>
                    <a:pt x="4633997" y="1206075"/>
                  </a:cubicBezTo>
                  <a:lnTo>
                    <a:pt x="4129883" y="1206075"/>
                  </a:lnTo>
                  <a:cubicBezTo>
                    <a:pt x="4148445" y="1169059"/>
                    <a:pt x="4163826" y="1125090"/>
                    <a:pt x="4174413" y="1075881"/>
                  </a:cubicBezTo>
                  <a:close/>
                  <a:moveTo>
                    <a:pt x="3305162" y="1075881"/>
                  </a:moveTo>
                  <a:lnTo>
                    <a:pt x="3790976" y="1075881"/>
                  </a:lnTo>
                  <a:cubicBezTo>
                    <a:pt x="3801558" y="1125090"/>
                    <a:pt x="3816942" y="1169059"/>
                    <a:pt x="3835506" y="1206075"/>
                  </a:cubicBezTo>
                  <a:lnTo>
                    <a:pt x="3330959" y="1206075"/>
                  </a:lnTo>
                  <a:cubicBezTo>
                    <a:pt x="3319852" y="1164035"/>
                    <a:pt x="3311209" y="1120545"/>
                    <a:pt x="3305162" y="1075881"/>
                  </a:cubicBezTo>
                  <a:close/>
                  <a:moveTo>
                    <a:pt x="10587776" y="879486"/>
                  </a:moveTo>
                  <a:lnTo>
                    <a:pt x="11280821" y="879486"/>
                  </a:lnTo>
                  <a:cubicBezTo>
                    <a:pt x="11304371" y="915413"/>
                    <a:pt x="11325405" y="952210"/>
                    <a:pt x="11338792" y="993628"/>
                  </a:cubicBezTo>
                  <a:lnTo>
                    <a:pt x="10727828" y="995899"/>
                  </a:lnTo>
                  <a:close/>
                  <a:moveTo>
                    <a:pt x="9781432" y="877625"/>
                  </a:moveTo>
                  <a:lnTo>
                    <a:pt x="10286039" y="877625"/>
                  </a:lnTo>
                  <a:lnTo>
                    <a:pt x="10286039" y="993788"/>
                  </a:lnTo>
                  <a:lnTo>
                    <a:pt x="9781432" y="993788"/>
                  </a:lnTo>
                  <a:close/>
                  <a:moveTo>
                    <a:pt x="8877431" y="877625"/>
                  </a:moveTo>
                  <a:lnTo>
                    <a:pt x="9382033" y="877625"/>
                  </a:lnTo>
                  <a:lnTo>
                    <a:pt x="9382033" y="993788"/>
                  </a:lnTo>
                  <a:lnTo>
                    <a:pt x="8877431" y="993788"/>
                  </a:lnTo>
                  <a:close/>
                  <a:moveTo>
                    <a:pt x="7678004" y="877625"/>
                  </a:moveTo>
                  <a:lnTo>
                    <a:pt x="8501703" y="877625"/>
                  </a:lnTo>
                  <a:lnTo>
                    <a:pt x="8501703" y="993788"/>
                  </a:lnTo>
                  <a:lnTo>
                    <a:pt x="7726316" y="993788"/>
                  </a:lnTo>
                  <a:close/>
                  <a:moveTo>
                    <a:pt x="7193139" y="877625"/>
                  </a:moveTo>
                  <a:lnTo>
                    <a:pt x="7648159" y="877625"/>
                  </a:lnTo>
                  <a:lnTo>
                    <a:pt x="7648159" y="993788"/>
                  </a:lnTo>
                  <a:lnTo>
                    <a:pt x="7193139" y="993788"/>
                  </a:lnTo>
                  <a:close/>
                  <a:moveTo>
                    <a:pt x="6188669" y="877625"/>
                  </a:moveTo>
                  <a:lnTo>
                    <a:pt x="7056268" y="877625"/>
                  </a:lnTo>
                  <a:lnTo>
                    <a:pt x="7056268" y="988326"/>
                  </a:lnTo>
                  <a:lnTo>
                    <a:pt x="6674501" y="988326"/>
                  </a:lnTo>
                  <a:lnTo>
                    <a:pt x="6674501" y="993788"/>
                  </a:lnTo>
                  <a:lnTo>
                    <a:pt x="6188669" y="993788"/>
                  </a:lnTo>
                  <a:close/>
                  <a:moveTo>
                    <a:pt x="5574793" y="877625"/>
                  </a:moveTo>
                  <a:lnTo>
                    <a:pt x="6073294" y="877625"/>
                  </a:lnTo>
                  <a:lnTo>
                    <a:pt x="6073294" y="993788"/>
                  </a:lnTo>
                  <a:lnTo>
                    <a:pt x="5574793" y="993788"/>
                  </a:lnTo>
                  <a:close/>
                  <a:moveTo>
                    <a:pt x="4792811" y="877625"/>
                  </a:moveTo>
                  <a:lnTo>
                    <a:pt x="5291307" y="877625"/>
                  </a:lnTo>
                  <a:lnTo>
                    <a:pt x="5291307" y="993788"/>
                  </a:lnTo>
                  <a:lnTo>
                    <a:pt x="4792811" y="993788"/>
                  </a:lnTo>
                  <a:close/>
                  <a:moveTo>
                    <a:pt x="2285298" y="877625"/>
                  </a:moveTo>
                  <a:lnTo>
                    <a:pt x="3161500" y="877625"/>
                  </a:lnTo>
                  <a:lnTo>
                    <a:pt x="3161500" y="988326"/>
                  </a:lnTo>
                  <a:lnTo>
                    <a:pt x="2771132" y="988326"/>
                  </a:lnTo>
                  <a:lnTo>
                    <a:pt x="2771132" y="993788"/>
                  </a:lnTo>
                  <a:lnTo>
                    <a:pt x="2285298" y="993788"/>
                  </a:lnTo>
                  <a:close/>
                  <a:moveTo>
                    <a:pt x="985097" y="877625"/>
                  </a:moveTo>
                  <a:lnTo>
                    <a:pt x="2107746" y="877625"/>
                  </a:lnTo>
                  <a:cubicBezTo>
                    <a:pt x="2086278" y="919656"/>
                    <a:pt x="2059665" y="958619"/>
                    <a:pt x="2028664" y="993788"/>
                  </a:cubicBezTo>
                  <a:lnTo>
                    <a:pt x="985097" y="993788"/>
                  </a:lnTo>
                  <a:close/>
                  <a:moveTo>
                    <a:pt x="0" y="877625"/>
                  </a:moveTo>
                  <a:lnTo>
                    <a:pt x="877145" y="877625"/>
                  </a:lnTo>
                  <a:lnTo>
                    <a:pt x="877145" y="993788"/>
                  </a:lnTo>
                  <a:lnTo>
                    <a:pt x="0" y="993788"/>
                  </a:lnTo>
                  <a:close/>
                  <a:moveTo>
                    <a:pt x="4199211" y="877624"/>
                  </a:moveTo>
                  <a:lnTo>
                    <a:pt x="4674176" y="877624"/>
                  </a:lnTo>
                  <a:cubicBezTo>
                    <a:pt x="4674327" y="879591"/>
                    <a:pt x="4674332" y="881557"/>
                    <a:pt x="4674332" y="883528"/>
                  </a:cubicBezTo>
                  <a:cubicBezTo>
                    <a:pt x="4674332" y="920824"/>
                    <a:pt x="4672822" y="957628"/>
                    <a:pt x="4669465" y="993787"/>
                  </a:cubicBezTo>
                  <a:lnTo>
                    <a:pt x="4189743" y="993787"/>
                  </a:lnTo>
                  <a:cubicBezTo>
                    <a:pt x="4195970" y="956882"/>
                    <a:pt x="4199133" y="917914"/>
                    <a:pt x="4199211" y="877624"/>
                  </a:cubicBezTo>
                  <a:close/>
                  <a:moveTo>
                    <a:pt x="3291213" y="877624"/>
                  </a:moveTo>
                  <a:lnTo>
                    <a:pt x="3766173" y="877624"/>
                  </a:lnTo>
                  <a:cubicBezTo>
                    <a:pt x="3766256" y="917914"/>
                    <a:pt x="3769415" y="956882"/>
                    <a:pt x="3775650" y="993787"/>
                  </a:cubicBezTo>
                  <a:lnTo>
                    <a:pt x="3295989" y="993787"/>
                  </a:lnTo>
                  <a:cubicBezTo>
                    <a:pt x="3292572" y="957632"/>
                    <a:pt x="3291057" y="920824"/>
                    <a:pt x="3291057" y="883528"/>
                  </a:cubicBezTo>
                  <a:close/>
                  <a:moveTo>
                    <a:pt x="10461146" y="710797"/>
                  </a:moveTo>
                  <a:lnTo>
                    <a:pt x="11109160" y="710797"/>
                  </a:lnTo>
                  <a:cubicBezTo>
                    <a:pt x="11109161" y="710797"/>
                    <a:pt x="11109161" y="710798"/>
                    <a:pt x="11109162" y="710798"/>
                  </a:cubicBezTo>
                  <a:lnTo>
                    <a:pt x="11121245" y="710798"/>
                  </a:lnTo>
                  <a:lnTo>
                    <a:pt x="11122337" y="711693"/>
                  </a:lnTo>
                  <a:lnTo>
                    <a:pt x="11118350" y="711693"/>
                  </a:lnTo>
                  <a:cubicBezTo>
                    <a:pt x="11153339" y="736641"/>
                    <a:pt x="11185427" y="765257"/>
                    <a:pt x="11213739" y="797219"/>
                  </a:cubicBezTo>
                  <a:lnTo>
                    <a:pt x="10517279" y="797218"/>
                  </a:lnTo>
                  <a:cubicBezTo>
                    <a:pt x="10497025" y="770452"/>
                    <a:pt x="10475239" y="741481"/>
                    <a:pt x="10461146" y="710797"/>
                  </a:cubicBezTo>
                  <a:close/>
                  <a:moveTo>
                    <a:pt x="9781432" y="709293"/>
                  </a:moveTo>
                  <a:lnTo>
                    <a:pt x="10286039" y="709293"/>
                  </a:lnTo>
                  <a:lnTo>
                    <a:pt x="10286039" y="795531"/>
                  </a:lnTo>
                  <a:lnTo>
                    <a:pt x="9781432" y="795531"/>
                  </a:lnTo>
                  <a:close/>
                  <a:moveTo>
                    <a:pt x="8877431" y="709293"/>
                  </a:moveTo>
                  <a:lnTo>
                    <a:pt x="9382033" y="709293"/>
                  </a:lnTo>
                  <a:lnTo>
                    <a:pt x="9382033" y="795531"/>
                  </a:lnTo>
                  <a:lnTo>
                    <a:pt x="8877431" y="795531"/>
                  </a:lnTo>
                  <a:close/>
                  <a:moveTo>
                    <a:pt x="8042875" y="709293"/>
                  </a:moveTo>
                  <a:lnTo>
                    <a:pt x="8501703" y="709293"/>
                  </a:lnTo>
                  <a:lnTo>
                    <a:pt x="8501703" y="795531"/>
                  </a:lnTo>
                  <a:lnTo>
                    <a:pt x="8042875" y="795531"/>
                  </a:lnTo>
                  <a:close/>
                  <a:moveTo>
                    <a:pt x="7193139" y="709293"/>
                  </a:moveTo>
                  <a:lnTo>
                    <a:pt x="7996240" y="709293"/>
                  </a:lnTo>
                  <a:lnTo>
                    <a:pt x="8036152" y="795531"/>
                  </a:lnTo>
                  <a:lnTo>
                    <a:pt x="7193139" y="795531"/>
                  </a:lnTo>
                  <a:close/>
                  <a:moveTo>
                    <a:pt x="6188669" y="709293"/>
                  </a:moveTo>
                  <a:lnTo>
                    <a:pt x="6674501" y="709293"/>
                  </a:lnTo>
                  <a:lnTo>
                    <a:pt x="6674501" y="714671"/>
                  </a:lnTo>
                  <a:lnTo>
                    <a:pt x="7056268" y="714671"/>
                  </a:lnTo>
                  <a:lnTo>
                    <a:pt x="7056268" y="795531"/>
                  </a:lnTo>
                  <a:lnTo>
                    <a:pt x="6188669" y="795531"/>
                  </a:lnTo>
                  <a:close/>
                  <a:moveTo>
                    <a:pt x="5574793" y="709293"/>
                  </a:moveTo>
                  <a:lnTo>
                    <a:pt x="6073294" y="709293"/>
                  </a:lnTo>
                  <a:lnTo>
                    <a:pt x="6073294" y="795531"/>
                  </a:lnTo>
                  <a:lnTo>
                    <a:pt x="5574793" y="795531"/>
                  </a:lnTo>
                  <a:close/>
                  <a:moveTo>
                    <a:pt x="4792811" y="709293"/>
                  </a:moveTo>
                  <a:lnTo>
                    <a:pt x="5291307" y="709293"/>
                  </a:lnTo>
                  <a:lnTo>
                    <a:pt x="5291307" y="795531"/>
                  </a:lnTo>
                  <a:lnTo>
                    <a:pt x="4792811" y="795531"/>
                  </a:lnTo>
                  <a:close/>
                  <a:moveTo>
                    <a:pt x="2285298" y="709293"/>
                  </a:moveTo>
                  <a:lnTo>
                    <a:pt x="2771132" y="709293"/>
                  </a:lnTo>
                  <a:lnTo>
                    <a:pt x="2771132" y="714671"/>
                  </a:lnTo>
                  <a:lnTo>
                    <a:pt x="3161500" y="714671"/>
                  </a:lnTo>
                  <a:lnTo>
                    <a:pt x="3161500" y="795531"/>
                  </a:lnTo>
                  <a:lnTo>
                    <a:pt x="2285298" y="795531"/>
                  </a:lnTo>
                  <a:close/>
                  <a:moveTo>
                    <a:pt x="1709143" y="709293"/>
                  </a:moveTo>
                  <a:lnTo>
                    <a:pt x="2169670" y="709293"/>
                  </a:lnTo>
                  <a:cubicBezTo>
                    <a:pt x="2163895" y="738935"/>
                    <a:pt x="2155552" y="767712"/>
                    <a:pt x="2145130" y="795531"/>
                  </a:cubicBezTo>
                  <a:lnTo>
                    <a:pt x="1595923" y="795531"/>
                  </a:lnTo>
                  <a:cubicBezTo>
                    <a:pt x="1642913" y="780533"/>
                    <a:pt x="1682554" y="749578"/>
                    <a:pt x="1709143" y="709293"/>
                  </a:cubicBezTo>
                  <a:close/>
                  <a:moveTo>
                    <a:pt x="985097" y="709293"/>
                  </a:moveTo>
                  <a:lnTo>
                    <a:pt x="1469893" y="709293"/>
                  </a:lnTo>
                  <a:lnTo>
                    <a:pt x="1469893" y="795531"/>
                  </a:lnTo>
                  <a:lnTo>
                    <a:pt x="985097" y="795531"/>
                  </a:lnTo>
                  <a:close/>
                  <a:moveTo>
                    <a:pt x="0" y="709293"/>
                  </a:moveTo>
                  <a:lnTo>
                    <a:pt x="877145" y="709293"/>
                  </a:lnTo>
                  <a:lnTo>
                    <a:pt x="877145" y="795531"/>
                  </a:lnTo>
                  <a:lnTo>
                    <a:pt x="0" y="795531"/>
                  </a:lnTo>
                  <a:close/>
                  <a:moveTo>
                    <a:pt x="4189251" y="709292"/>
                  </a:moveTo>
                  <a:lnTo>
                    <a:pt x="4662658" y="709292"/>
                  </a:lnTo>
                  <a:cubicBezTo>
                    <a:pt x="4666812" y="737581"/>
                    <a:pt x="4669621" y="766357"/>
                    <a:pt x="4671191" y="795530"/>
                  </a:cubicBezTo>
                  <a:lnTo>
                    <a:pt x="4197682" y="795530"/>
                  </a:lnTo>
                  <a:cubicBezTo>
                    <a:pt x="4197148" y="765777"/>
                    <a:pt x="4194298" y="736917"/>
                    <a:pt x="4189251" y="709292"/>
                  </a:cubicBezTo>
                  <a:close/>
                  <a:moveTo>
                    <a:pt x="3302730" y="709292"/>
                  </a:moveTo>
                  <a:lnTo>
                    <a:pt x="3776138" y="709292"/>
                  </a:lnTo>
                  <a:cubicBezTo>
                    <a:pt x="3771091" y="736917"/>
                    <a:pt x="3768241" y="765777"/>
                    <a:pt x="3767701" y="795530"/>
                  </a:cubicBezTo>
                  <a:lnTo>
                    <a:pt x="3294197" y="795530"/>
                  </a:lnTo>
                  <a:cubicBezTo>
                    <a:pt x="3295768" y="766357"/>
                    <a:pt x="3298581" y="737581"/>
                    <a:pt x="3302730" y="709292"/>
                  </a:cubicBezTo>
                  <a:close/>
                  <a:moveTo>
                    <a:pt x="10418948" y="565540"/>
                  </a:moveTo>
                  <a:lnTo>
                    <a:pt x="10949595" y="565540"/>
                  </a:lnTo>
                  <a:cubicBezTo>
                    <a:pt x="10953670" y="570456"/>
                    <a:pt x="10958769" y="574162"/>
                    <a:pt x="10964075" y="577567"/>
                  </a:cubicBezTo>
                  <a:lnTo>
                    <a:pt x="11026395" y="628529"/>
                  </a:lnTo>
                  <a:lnTo>
                    <a:pt x="10434083" y="628529"/>
                  </a:lnTo>
                  <a:cubicBezTo>
                    <a:pt x="10426940" y="608233"/>
                    <a:pt x="10421851" y="587175"/>
                    <a:pt x="10418948" y="565540"/>
                  </a:cubicBezTo>
                  <a:close/>
                  <a:moveTo>
                    <a:pt x="9781432" y="564344"/>
                  </a:moveTo>
                  <a:lnTo>
                    <a:pt x="10286039" y="564344"/>
                  </a:lnTo>
                  <a:lnTo>
                    <a:pt x="10286039" y="627199"/>
                  </a:lnTo>
                  <a:lnTo>
                    <a:pt x="9781432" y="627199"/>
                  </a:lnTo>
                  <a:close/>
                  <a:moveTo>
                    <a:pt x="8877431" y="564344"/>
                  </a:moveTo>
                  <a:lnTo>
                    <a:pt x="9382033" y="564344"/>
                  </a:lnTo>
                  <a:lnTo>
                    <a:pt x="9382033" y="627199"/>
                  </a:lnTo>
                  <a:lnTo>
                    <a:pt x="8877431" y="627199"/>
                  </a:lnTo>
                  <a:close/>
                  <a:moveTo>
                    <a:pt x="8042875" y="564344"/>
                  </a:moveTo>
                  <a:lnTo>
                    <a:pt x="8501703" y="564344"/>
                  </a:lnTo>
                  <a:lnTo>
                    <a:pt x="8501703" y="627199"/>
                  </a:lnTo>
                  <a:lnTo>
                    <a:pt x="8042875" y="627199"/>
                  </a:lnTo>
                  <a:close/>
                  <a:moveTo>
                    <a:pt x="7193139" y="564344"/>
                  </a:moveTo>
                  <a:lnTo>
                    <a:pt x="7929154" y="564344"/>
                  </a:lnTo>
                  <a:lnTo>
                    <a:pt x="7958244" y="627199"/>
                  </a:lnTo>
                  <a:lnTo>
                    <a:pt x="7193139" y="627199"/>
                  </a:lnTo>
                  <a:close/>
                  <a:moveTo>
                    <a:pt x="6188669" y="564344"/>
                  </a:moveTo>
                  <a:lnTo>
                    <a:pt x="6674501" y="564344"/>
                  </a:lnTo>
                  <a:lnTo>
                    <a:pt x="6674501" y="627199"/>
                  </a:lnTo>
                  <a:lnTo>
                    <a:pt x="6188669" y="627199"/>
                  </a:lnTo>
                  <a:close/>
                  <a:moveTo>
                    <a:pt x="5574793" y="564344"/>
                  </a:moveTo>
                  <a:lnTo>
                    <a:pt x="6073294" y="564344"/>
                  </a:lnTo>
                  <a:lnTo>
                    <a:pt x="6073294" y="627199"/>
                  </a:lnTo>
                  <a:lnTo>
                    <a:pt x="5574793" y="627199"/>
                  </a:lnTo>
                  <a:close/>
                  <a:moveTo>
                    <a:pt x="4792811" y="564344"/>
                  </a:moveTo>
                  <a:lnTo>
                    <a:pt x="5291307" y="564344"/>
                  </a:lnTo>
                  <a:lnTo>
                    <a:pt x="5291307" y="627199"/>
                  </a:lnTo>
                  <a:lnTo>
                    <a:pt x="4792811" y="627199"/>
                  </a:lnTo>
                  <a:close/>
                  <a:moveTo>
                    <a:pt x="2285298" y="564344"/>
                  </a:moveTo>
                  <a:lnTo>
                    <a:pt x="2771132" y="564344"/>
                  </a:lnTo>
                  <a:lnTo>
                    <a:pt x="2771132" y="627199"/>
                  </a:lnTo>
                  <a:lnTo>
                    <a:pt x="2285298" y="627199"/>
                  </a:lnTo>
                  <a:close/>
                  <a:moveTo>
                    <a:pt x="1743635" y="564344"/>
                  </a:moveTo>
                  <a:lnTo>
                    <a:pt x="2184512" y="564344"/>
                  </a:lnTo>
                  <a:cubicBezTo>
                    <a:pt x="2184766" y="566886"/>
                    <a:pt x="2184779" y="569428"/>
                    <a:pt x="2184779" y="571975"/>
                  </a:cubicBezTo>
                  <a:lnTo>
                    <a:pt x="2181588" y="627199"/>
                  </a:lnTo>
                  <a:lnTo>
                    <a:pt x="1742032" y="627199"/>
                  </a:lnTo>
                  <a:cubicBezTo>
                    <a:pt x="1744814" y="614498"/>
                    <a:pt x="1746020" y="601328"/>
                    <a:pt x="1746020" y="587881"/>
                  </a:cubicBezTo>
                  <a:close/>
                  <a:moveTo>
                    <a:pt x="985097" y="564344"/>
                  </a:moveTo>
                  <a:lnTo>
                    <a:pt x="1469893" y="564344"/>
                  </a:lnTo>
                  <a:lnTo>
                    <a:pt x="1469893" y="627199"/>
                  </a:lnTo>
                  <a:lnTo>
                    <a:pt x="985097" y="627199"/>
                  </a:lnTo>
                  <a:close/>
                  <a:moveTo>
                    <a:pt x="0" y="564344"/>
                  </a:moveTo>
                  <a:lnTo>
                    <a:pt x="505721" y="564344"/>
                  </a:lnTo>
                  <a:lnTo>
                    <a:pt x="505721" y="627199"/>
                  </a:lnTo>
                  <a:lnTo>
                    <a:pt x="0" y="627199"/>
                  </a:lnTo>
                  <a:close/>
                  <a:moveTo>
                    <a:pt x="4156173" y="564343"/>
                  </a:moveTo>
                  <a:lnTo>
                    <a:pt x="4635244" y="564343"/>
                  </a:lnTo>
                  <a:cubicBezTo>
                    <a:pt x="4640872" y="584882"/>
                    <a:pt x="4645555" y="605853"/>
                    <a:pt x="4649285" y="627198"/>
                  </a:cubicBezTo>
                  <a:lnTo>
                    <a:pt x="4173561" y="627198"/>
                  </a:lnTo>
                  <a:cubicBezTo>
                    <a:pt x="4169315" y="604960"/>
                    <a:pt x="4163223" y="584012"/>
                    <a:pt x="4156173" y="564343"/>
                  </a:cubicBezTo>
                  <a:close/>
                  <a:moveTo>
                    <a:pt x="3330140" y="564343"/>
                  </a:moveTo>
                  <a:lnTo>
                    <a:pt x="3809216" y="564343"/>
                  </a:lnTo>
                  <a:cubicBezTo>
                    <a:pt x="3802169" y="584012"/>
                    <a:pt x="3796073" y="604960"/>
                    <a:pt x="3791828" y="627198"/>
                  </a:cubicBezTo>
                  <a:lnTo>
                    <a:pt x="3316108" y="627198"/>
                  </a:lnTo>
                  <a:cubicBezTo>
                    <a:pt x="3319832" y="605853"/>
                    <a:pt x="3324517" y="584882"/>
                    <a:pt x="3330140" y="564343"/>
                  </a:cubicBezTo>
                  <a:close/>
                  <a:moveTo>
                    <a:pt x="11305691" y="441367"/>
                  </a:moveTo>
                  <a:lnTo>
                    <a:pt x="11306110" y="441367"/>
                  </a:lnTo>
                  <a:lnTo>
                    <a:pt x="11306110" y="441726"/>
                  </a:lnTo>
                  <a:close/>
                  <a:moveTo>
                    <a:pt x="10419150" y="441367"/>
                  </a:moveTo>
                  <a:lnTo>
                    <a:pt x="10893359" y="441367"/>
                  </a:lnTo>
                  <a:cubicBezTo>
                    <a:pt x="10886582" y="455880"/>
                    <a:pt x="10890875" y="469945"/>
                    <a:pt x="10894757" y="483273"/>
                  </a:cubicBezTo>
                  <a:lnTo>
                    <a:pt x="10419058" y="483273"/>
                  </a:lnTo>
                  <a:cubicBezTo>
                    <a:pt x="10417969" y="476587"/>
                    <a:pt x="10417854" y="469854"/>
                    <a:pt x="10417854" y="463084"/>
                  </a:cubicBezTo>
                  <a:close/>
                  <a:moveTo>
                    <a:pt x="9781432" y="440432"/>
                  </a:moveTo>
                  <a:lnTo>
                    <a:pt x="10286039" y="440432"/>
                  </a:lnTo>
                  <a:lnTo>
                    <a:pt x="10286039" y="482250"/>
                  </a:lnTo>
                  <a:lnTo>
                    <a:pt x="9781432" y="482250"/>
                  </a:lnTo>
                  <a:close/>
                  <a:moveTo>
                    <a:pt x="8877431" y="440432"/>
                  </a:moveTo>
                  <a:lnTo>
                    <a:pt x="9382033" y="440432"/>
                  </a:lnTo>
                  <a:lnTo>
                    <a:pt x="9382033" y="482250"/>
                  </a:lnTo>
                  <a:lnTo>
                    <a:pt x="8877431" y="482250"/>
                  </a:lnTo>
                  <a:close/>
                  <a:moveTo>
                    <a:pt x="8042875" y="440432"/>
                  </a:moveTo>
                  <a:lnTo>
                    <a:pt x="8501703" y="440432"/>
                  </a:lnTo>
                  <a:lnTo>
                    <a:pt x="8501703" y="482250"/>
                  </a:lnTo>
                  <a:lnTo>
                    <a:pt x="8042875" y="482250"/>
                  </a:lnTo>
                  <a:close/>
                  <a:moveTo>
                    <a:pt x="7193139" y="440432"/>
                  </a:moveTo>
                  <a:lnTo>
                    <a:pt x="7871807" y="440432"/>
                  </a:lnTo>
                  <a:lnTo>
                    <a:pt x="7891162" y="482250"/>
                  </a:lnTo>
                  <a:lnTo>
                    <a:pt x="7193139" y="482250"/>
                  </a:lnTo>
                  <a:close/>
                  <a:moveTo>
                    <a:pt x="6188669" y="440432"/>
                  </a:moveTo>
                  <a:lnTo>
                    <a:pt x="6674501" y="440432"/>
                  </a:lnTo>
                  <a:lnTo>
                    <a:pt x="6674501" y="482250"/>
                  </a:lnTo>
                  <a:lnTo>
                    <a:pt x="6188669" y="482250"/>
                  </a:lnTo>
                  <a:close/>
                  <a:moveTo>
                    <a:pt x="5574793" y="440432"/>
                  </a:moveTo>
                  <a:lnTo>
                    <a:pt x="6073294" y="440432"/>
                  </a:lnTo>
                  <a:lnTo>
                    <a:pt x="6073294" y="482250"/>
                  </a:lnTo>
                  <a:lnTo>
                    <a:pt x="5574793" y="482250"/>
                  </a:lnTo>
                  <a:close/>
                  <a:moveTo>
                    <a:pt x="4792811" y="440432"/>
                  </a:moveTo>
                  <a:lnTo>
                    <a:pt x="5291307" y="440432"/>
                  </a:lnTo>
                  <a:lnTo>
                    <a:pt x="5291307" y="482250"/>
                  </a:lnTo>
                  <a:lnTo>
                    <a:pt x="4792811" y="482250"/>
                  </a:lnTo>
                  <a:close/>
                  <a:moveTo>
                    <a:pt x="2285298" y="440432"/>
                  </a:moveTo>
                  <a:lnTo>
                    <a:pt x="2771132" y="440432"/>
                  </a:lnTo>
                  <a:lnTo>
                    <a:pt x="2771132" y="482250"/>
                  </a:lnTo>
                  <a:lnTo>
                    <a:pt x="2285298" y="482250"/>
                  </a:lnTo>
                  <a:close/>
                  <a:moveTo>
                    <a:pt x="1688066" y="440432"/>
                  </a:moveTo>
                  <a:lnTo>
                    <a:pt x="2171374" y="440432"/>
                  </a:lnTo>
                  <a:cubicBezTo>
                    <a:pt x="2174308" y="454201"/>
                    <a:pt x="2176703" y="468150"/>
                    <a:pt x="2178605" y="482250"/>
                  </a:cubicBezTo>
                  <a:lnTo>
                    <a:pt x="1717768" y="482250"/>
                  </a:lnTo>
                  <a:cubicBezTo>
                    <a:pt x="1710308" y="466635"/>
                    <a:pt x="1700209" y="452603"/>
                    <a:pt x="1688066" y="440432"/>
                  </a:cubicBezTo>
                  <a:close/>
                  <a:moveTo>
                    <a:pt x="985097" y="440432"/>
                  </a:moveTo>
                  <a:lnTo>
                    <a:pt x="1469893" y="440432"/>
                  </a:lnTo>
                  <a:lnTo>
                    <a:pt x="1469893" y="482250"/>
                  </a:lnTo>
                  <a:lnTo>
                    <a:pt x="985097" y="482250"/>
                  </a:lnTo>
                  <a:close/>
                  <a:moveTo>
                    <a:pt x="0" y="440432"/>
                  </a:moveTo>
                  <a:lnTo>
                    <a:pt x="505721" y="440432"/>
                  </a:lnTo>
                  <a:lnTo>
                    <a:pt x="505721" y="482250"/>
                  </a:lnTo>
                  <a:lnTo>
                    <a:pt x="0" y="482250"/>
                  </a:lnTo>
                  <a:close/>
                  <a:moveTo>
                    <a:pt x="4093268" y="440431"/>
                  </a:moveTo>
                  <a:lnTo>
                    <a:pt x="4597023" y="440431"/>
                  </a:lnTo>
                  <a:cubicBezTo>
                    <a:pt x="4602558" y="454039"/>
                    <a:pt x="4607425" y="468006"/>
                    <a:pt x="4611768" y="482249"/>
                  </a:cubicBezTo>
                  <a:lnTo>
                    <a:pt x="4120709" y="482249"/>
                  </a:lnTo>
                  <a:cubicBezTo>
                    <a:pt x="4112199" y="466767"/>
                    <a:pt x="4103118" y="452703"/>
                    <a:pt x="4093268" y="440431"/>
                  </a:cubicBezTo>
                  <a:close/>
                  <a:moveTo>
                    <a:pt x="3368371" y="440431"/>
                  </a:moveTo>
                  <a:lnTo>
                    <a:pt x="3872116" y="440431"/>
                  </a:lnTo>
                  <a:cubicBezTo>
                    <a:pt x="3862266" y="452703"/>
                    <a:pt x="3853190" y="466767"/>
                    <a:pt x="3844680" y="482249"/>
                  </a:cubicBezTo>
                  <a:lnTo>
                    <a:pt x="3353616" y="482249"/>
                  </a:lnTo>
                  <a:cubicBezTo>
                    <a:pt x="3357959" y="468006"/>
                    <a:pt x="3362831" y="454039"/>
                    <a:pt x="3368371" y="440431"/>
                  </a:cubicBezTo>
                  <a:close/>
                  <a:moveTo>
                    <a:pt x="11223979" y="437563"/>
                  </a:moveTo>
                  <a:lnTo>
                    <a:pt x="11304274" y="437563"/>
                  </a:lnTo>
                  <a:lnTo>
                    <a:pt x="11304274" y="487440"/>
                  </a:lnTo>
                  <a:lnTo>
                    <a:pt x="11274504" y="487440"/>
                  </a:lnTo>
                  <a:close/>
                  <a:moveTo>
                    <a:pt x="10437485" y="312620"/>
                  </a:moveTo>
                  <a:lnTo>
                    <a:pt x="11305204" y="312620"/>
                  </a:lnTo>
                  <a:lnTo>
                    <a:pt x="11305204" y="323517"/>
                  </a:lnTo>
                  <a:lnTo>
                    <a:pt x="11306110" y="323517"/>
                  </a:lnTo>
                  <a:lnTo>
                    <a:pt x="11306110" y="351547"/>
                  </a:lnTo>
                  <a:lnTo>
                    <a:pt x="11306110" y="359098"/>
                  </a:lnTo>
                  <a:lnTo>
                    <a:pt x="11305204" y="359098"/>
                  </a:lnTo>
                  <a:lnTo>
                    <a:pt x="11305204" y="363528"/>
                  </a:lnTo>
                  <a:lnTo>
                    <a:pt x="10423824" y="363528"/>
                  </a:lnTo>
                  <a:lnTo>
                    <a:pt x="10429797" y="336441"/>
                  </a:lnTo>
                  <a:close/>
                  <a:moveTo>
                    <a:pt x="9781432" y="312620"/>
                  </a:moveTo>
                  <a:lnTo>
                    <a:pt x="10286039" y="312620"/>
                  </a:lnTo>
                  <a:lnTo>
                    <a:pt x="10286039" y="322833"/>
                  </a:lnTo>
                  <a:lnTo>
                    <a:pt x="10286039" y="358338"/>
                  </a:lnTo>
                  <a:lnTo>
                    <a:pt x="10286039" y="358339"/>
                  </a:lnTo>
                  <a:lnTo>
                    <a:pt x="9781432" y="358339"/>
                  </a:lnTo>
                  <a:lnTo>
                    <a:pt x="9781432" y="358338"/>
                  </a:lnTo>
                  <a:lnTo>
                    <a:pt x="9781432" y="322833"/>
                  </a:lnTo>
                  <a:close/>
                  <a:moveTo>
                    <a:pt x="8611213" y="312620"/>
                  </a:moveTo>
                  <a:lnTo>
                    <a:pt x="9666891" y="312620"/>
                  </a:lnTo>
                  <a:lnTo>
                    <a:pt x="9666891" y="322833"/>
                  </a:lnTo>
                  <a:lnTo>
                    <a:pt x="9668568" y="322833"/>
                  </a:lnTo>
                  <a:lnTo>
                    <a:pt x="9668568" y="358338"/>
                  </a:lnTo>
                  <a:lnTo>
                    <a:pt x="9666891" y="358338"/>
                  </a:lnTo>
                  <a:lnTo>
                    <a:pt x="9666891" y="358339"/>
                  </a:lnTo>
                  <a:lnTo>
                    <a:pt x="8611213" y="358339"/>
                  </a:lnTo>
                  <a:close/>
                  <a:moveTo>
                    <a:pt x="8037009" y="312620"/>
                  </a:moveTo>
                  <a:lnTo>
                    <a:pt x="8500026" y="312620"/>
                  </a:lnTo>
                  <a:lnTo>
                    <a:pt x="8500026" y="322833"/>
                  </a:lnTo>
                  <a:lnTo>
                    <a:pt x="8501703" y="322833"/>
                  </a:lnTo>
                  <a:lnTo>
                    <a:pt x="8501703" y="358338"/>
                  </a:lnTo>
                  <a:lnTo>
                    <a:pt x="8500026" y="358338"/>
                  </a:lnTo>
                  <a:lnTo>
                    <a:pt x="8500026" y="358339"/>
                  </a:lnTo>
                  <a:lnTo>
                    <a:pt x="8037009" y="358339"/>
                  </a:lnTo>
                  <a:close/>
                  <a:moveTo>
                    <a:pt x="7193139" y="312620"/>
                  </a:moveTo>
                  <a:lnTo>
                    <a:pt x="7812777" y="312620"/>
                  </a:lnTo>
                  <a:lnTo>
                    <a:pt x="7833342" y="357178"/>
                  </a:lnTo>
                  <a:lnTo>
                    <a:pt x="7833342" y="357314"/>
                  </a:lnTo>
                  <a:lnTo>
                    <a:pt x="7833816" y="358338"/>
                  </a:lnTo>
                  <a:lnTo>
                    <a:pt x="7833342" y="358338"/>
                  </a:lnTo>
                  <a:lnTo>
                    <a:pt x="7833342" y="358339"/>
                  </a:lnTo>
                  <a:lnTo>
                    <a:pt x="7193139" y="358339"/>
                  </a:lnTo>
                  <a:lnTo>
                    <a:pt x="7193139" y="358338"/>
                  </a:lnTo>
                  <a:lnTo>
                    <a:pt x="7193139" y="322833"/>
                  </a:lnTo>
                  <a:close/>
                  <a:moveTo>
                    <a:pt x="6184479" y="312620"/>
                  </a:moveTo>
                  <a:lnTo>
                    <a:pt x="7080274" y="312620"/>
                  </a:lnTo>
                  <a:lnTo>
                    <a:pt x="7080274" y="322833"/>
                  </a:lnTo>
                  <a:lnTo>
                    <a:pt x="7080275" y="322833"/>
                  </a:lnTo>
                  <a:lnTo>
                    <a:pt x="7080275" y="358338"/>
                  </a:lnTo>
                  <a:lnTo>
                    <a:pt x="7080274" y="358338"/>
                  </a:lnTo>
                  <a:lnTo>
                    <a:pt x="7080274" y="358339"/>
                  </a:lnTo>
                  <a:lnTo>
                    <a:pt x="6184479" y="358339"/>
                  </a:lnTo>
                  <a:close/>
                  <a:moveTo>
                    <a:pt x="5574793" y="312620"/>
                  </a:moveTo>
                  <a:lnTo>
                    <a:pt x="6073294" y="312620"/>
                  </a:lnTo>
                  <a:lnTo>
                    <a:pt x="6073294" y="322833"/>
                  </a:lnTo>
                  <a:lnTo>
                    <a:pt x="6073294" y="358338"/>
                  </a:lnTo>
                  <a:lnTo>
                    <a:pt x="6073294" y="358339"/>
                  </a:lnTo>
                  <a:lnTo>
                    <a:pt x="5574793" y="358339"/>
                  </a:lnTo>
                  <a:lnTo>
                    <a:pt x="5574793" y="358338"/>
                  </a:lnTo>
                  <a:lnTo>
                    <a:pt x="5574793" y="322833"/>
                  </a:lnTo>
                  <a:close/>
                  <a:moveTo>
                    <a:pt x="4792811" y="312620"/>
                  </a:moveTo>
                  <a:lnTo>
                    <a:pt x="5291307" y="312620"/>
                  </a:lnTo>
                  <a:lnTo>
                    <a:pt x="5291307" y="322833"/>
                  </a:lnTo>
                  <a:lnTo>
                    <a:pt x="5291307" y="358338"/>
                  </a:lnTo>
                  <a:lnTo>
                    <a:pt x="5291307" y="358339"/>
                  </a:lnTo>
                  <a:lnTo>
                    <a:pt x="4792811" y="358339"/>
                  </a:lnTo>
                  <a:lnTo>
                    <a:pt x="4792811" y="358338"/>
                  </a:lnTo>
                  <a:lnTo>
                    <a:pt x="4792811" y="322833"/>
                  </a:lnTo>
                  <a:close/>
                  <a:moveTo>
                    <a:pt x="2285298" y="312620"/>
                  </a:moveTo>
                  <a:lnTo>
                    <a:pt x="3183254" y="312620"/>
                  </a:lnTo>
                  <a:lnTo>
                    <a:pt x="3183254" y="322833"/>
                  </a:lnTo>
                  <a:lnTo>
                    <a:pt x="3183254" y="358338"/>
                  </a:lnTo>
                  <a:lnTo>
                    <a:pt x="3183254" y="358339"/>
                  </a:lnTo>
                  <a:lnTo>
                    <a:pt x="2285298" y="358339"/>
                  </a:lnTo>
                  <a:lnTo>
                    <a:pt x="2285298" y="358338"/>
                  </a:lnTo>
                  <a:lnTo>
                    <a:pt x="2285298" y="322833"/>
                  </a:lnTo>
                  <a:close/>
                  <a:moveTo>
                    <a:pt x="985097" y="312620"/>
                  </a:moveTo>
                  <a:lnTo>
                    <a:pt x="2135110" y="312620"/>
                  </a:lnTo>
                  <a:lnTo>
                    <a:pt x="2148730" y="358335"/>
                  </a:lnTo>
                  <a:lnTo>
                    <a:pt x="2148731" y="358338"/>
                  </a:lnTo>
                  <a:lnTo>
                    <a:pt x="2148731" y="358339"/>
                  </a:lnTo>
                  <a:lnTo>
                    <a:pt x="985097" y="358339"/>
                  </a:lnTo>
                  <a:lnTo>
                    <a:pt x="985097" y="358338"/>
                  </a:lnTo>
                  <a:lnTo>
                    <a:pt x="985097" y="322833"/>
                  </a:lnTo>
                  <a:close/>
                  <a:moveTo>
                    <a:pt x="0" y="312620"/>
                  </a:moveTo>
                  <a:lnTo>
                    <a:pt x="877145" y="312620"/>
                  </a:lnTo>
                  <a:lnTo>
                    <a:pt x="877145" y="322833"/>
                  </a:lnTo>
                  <a:lnTo>
                    <a:pt x="877145" y="358338"/>
                  </a:lnTo>
                  <a:lnTo>
                    <a:pt x="877145" y="358339"/>
                  </a:lnTo>
                  <a:lnTo>
                    <a:pt x="0" y="358339"/>
                  </a:lnTo>
                  <a:lnTo>
                    <a:pt x="0" y="358338"/>
                  </a:lnTo>
                  <a:lnTo>
                    <a:pt x="0" y="322833"/>
                  </a:lnTo>
                  <a:close/>
                  <a:moveTo>
                    <a:pt x="3426524" y="311140"/>
                  </a:moveTo>
                  <a:lnTo>
                    <a:pt x="4541246" y="311140"/>
                  </a:lnTo>
                  <a:lnTo>
                    <a:pt x="4565836" y="363528"/>
                  </a:lnTo>
                  <a:lnTo>
                    <a:pt x="3720591" y="363528"/>
                  </a:lnTo>
                  <a:lnTo>
                    <a:pt x="3720591" y="361147"/>
                  </a:lnTo>
                  <a:lnTo>
                    <a:pt x="3403052" y="361147"/>
                  </a:lnTo>
                  <a:close/>
                  <a:moveTo>
                    <a:pt x="10479636" y="204267"/>
                  </a:moveTo>
                  <a:lnTo>
                    <a:pt x="10671926" y="204267"/>
                  </a:lnTo>
                  <a:lnTo>
                    <a:pt x="11306110" y="204267"/>
                  </a:lnTo>
                  <a:lnTo>
                    <a:pt x="11306110" y="241250"/>
                  </a:lnTo>
                  <a:lnTo>
                    <a:pt x="10671926" y="241250"/>
                  </a:lnTo>
                  <a:lnTo>
                    <a:pt x="10463420" y="241250"/>
                  </a:lnTo>
                  <a:close/>
                  <a:moveTo>
                    <a:pt x="9781432" y="203834"/>
                  </a:moveTo>
                  <a:lnTo>
                    <a:pt x="10286039" y="203834"/>
                  </a:lnTo>
                  <a:lnTo>
                    <a:pt x="10286039" y="240739"/>
                  </a:lnTo>
                  <a:lnTo>
                    <a:pt x="9781432" y="240739"/>
                  </a:lnTo>
                  <a:close/>
                  <a:moveTo>
                    <a:pt x="8612890" y="203834"/>
                  </a:moveTo>
                  <a:lnTo>
                    <a:pt x="9668568" y="203834"/>
                  </a:lnTo>
                  <a:lnTo>
                    <a:pt x="9668568" y="240739"/>
                  </a:lnTo>
                  <a:lnTo>
                    <a:pt x="8612890" y="240739"/>
                  </a:lnTo>
                  <a:close/>
                  <a:moveTo>
                    <a:pt x="8042875" y="203834"/>
                  </a:moveTo>
                  <a:lnTo>
                    <a:pt x="8501703" y="203834"/>
                  </a:lnTo>
                  <a:lnTo>
                    <a:pt x="8501703" y="240739"/>
                  </a:lnTo>
                  <a:lnTo>
                    <a:pt x="8042875" y="240739"/>
                  </a:lnTo>
                  <a:close/>
                  <a:moveTo>
                    <a:pt x="7193139" y="203834"/>
                  </a:moveTo>
                  <a:lnTo>
                    <a:pt x="7762309" y="203834"/>
                  </a:lnTo>
                  <a:lnTo>
                    <a:pt x="7779389" y="240739"/>
                  </a:lnTo>
                  <a:lnTo>
                    <a:pt x="7193139" y="240739"/>
                  </a:lnTo>
                  <a:close/>
                  <a:moveTo>
                    <a:pt x="6188669" y="203834"/>
                  </a:moveTo>
                  <a:lnTo>
                    <a:pt x="7080275" y="203834"/>
                  </a:lnTo>
                  <a:lnTo>
                    <a:pt x="7080275" y="240739"/>
                  </a:lnTo>
                  <a:lnTo>
                    <a:pt x="6188669" y="240739"/>
                  </a:lnTo>
                  <a:close/>
                  <a:moveTo>
                    <a:pt x="5574793" y="203834"/>
                  </a:moveTo>
                  <a:lnTo>
                    <a:pt x="6073294" y="203834"/>
                  </a:lnTo>
                  <a:lnTo>
                    <a:pt x="6073294" y="240739"/>
                  </a:lnTo>
                  <a:lnTo>
                    <a:pt x="5574793" y="240739"/>
                  </a:lnTo>
                  <a:close/>
                  <a:moveTo>
                    <a:pt x="4792811" y="203834"/>
                  </a:moveTo>
                  <a:lnTo>
                    <a:pt x="5291307" y="203834"/>
                  </a:lnTo>
                  <a:lnTo>
                    <a:pt x="5291307" y="240739"/>
                  </a:lnTo>
                  <a:lnTo>
                    <a:pt x="4792811" y="240739"/>
                  </a:lnTo>
                  <a:close/>
                  <a:moveTo>
                    <a:pt x="2285298" y="203834"/>
                  </a:moveTo>
                  <a:lnTo>
                    <a:pt x="3183254" y="203834"/>
                  </a:lnTo>
                  <a:lnTo>
                    <a:pt x="3183254" y="240739"/>
                  </a:lnTo>
                  <a:lnTo>
                    <a:pt x="2285298" y="240739"/>
                  </a:lnTo>
                  <a:close/>
                  <a:moveTo>
                    <a:pt x="985097" y="203834"/>
                  </a:moveTo>
                  <a:lnTo>
                    <a:pt x="2069184" y="203834"/>
                  </a:lnTo>
                  <a:cubicBezTo>
                    <a:pt x="2078730" y="215259"/>
                    <a:pt x="2086715" y="227762"/>
                    <a:pt x="2093941" y="240739"/>
                  </a:cubicBezTo>
                  <a:lnTo>
                    <a:pt x="985097" y="240739"/>
                  </a:lnTo>
                  <a:close/>
                  <a:moveTo>
                    <a:pt x="0" y="203834"/>
                  </a:moveTo>
                  <a:lnTo>
                    <a:pt x="877145" y="203834"/>
                  </a:lnTo>
                  <a:lnTo>
                    <a:pt x="877145" y="240739"/>
                  </a:lnTo>
                  <a:lnTo>
                    <a:pt x="0" y="240739"/>
                  </a:lnTo>
                  <a:close/>
                  <a:moveTo>
                    <a:pt x="3491565" y="203833"/>
                  </a:moveTo>
                  <a:lnTo>
                    <a:pt x="4473824" y="203833"/>
                  </a:lnTo>
                  <a:cubicBezTo>
                    <a:pt x="4482698" y="215677"/>
                    <a:pt x="4491028" y="228051"/>
                    <a:pt x="4499119" y="240738"/>
                  </a:cubicBezTo>
                  <a:lnTo>
                    <a:pt x="3466269" y="240738"/>
                  </a:lnTo>
                  <a:cubicBezTo>
                    <a:pt x="3474361" y="228051"/>
                    <a:pt x="3482694" y="215677"/>
                    <a:pt x="3491565" y="203833"/>
                  </a:cubicBezTo>
                  <a:close/>
                  <a:moveTo>
                    <a:pt x="10550205" y="96959"/>
                  </a:moveTo>
                  <a:lnTo>
                    <a:pt x="10671926" y="96959"/>
                  </a:lnTo>
                  <a:lnTo>
                    <a:pt x="11306110" y="96959"/>
                  </a:lnTo>
                  <a:lnTo>
                    <a:pt x="11306110" y="121993"/>
                  </a:lnTo>
                  <a:lnTo>
                    <a:pt x="10671926" y="121993"/>
                  </a:lnTo>
                  <a:lnTo>
                    <a:pt x="10531544" y="121993"/>
                  </a:lnTo>
                  <a:close/>
                  <a:moveTo>
                    <a:pt x="9781432" y="96753"/>
                  </a:moveTo>
                  <a:lnTo>
                    <a:pt x="10286039" y="96753"/>
                  </a:lnTo>
                  <a:lnTo>
                    <a:pt x="10286039" y="121735"/>
                  </a:lnTo>
                  <a:lnTo>
                    <a:pt x="9781432" y="121735"/>
                  </a:lnTo>
                  <a:close/>
                  <a:moveTo>
                    <a:pt x="8612890" y="96753"/>
                  </a:moveTo>
                  <a:lnTo>
                    <a:pt x="9668568" y="96753"/>
                  </a:lnTo>
                  <a:lnTo>
                    <a:pt x="9668568" y="121735"/>
                  </a:lnTo>
                  <a:lnTo>
                    <a:pt x="8612890" y="121735"/>
                  </a:lnTo>
                  <a:close/>
                  <a:moveTo>
                    <a:pt x="8042875" y="96753"/>
                  </a:moveTo>
                  <a:lnTo>
                    <a:pt x="8501703" y="96753"/>
                  </a:lnTo>
                  <a:lnTo>
                    <a:pt x="8501703" y="121735"/>
                  </a:lnTo>
                  <a:lnTo>
                    <a:pt x="8042875" y="121735"/>
                  </a:lnTo>
                  <a:close/>
                  <a:moveTo>
                    <a:pt x="7193139" y="96753"/>
                  </a:moveTo>
                  <a:lnTo>
                    <a:pt x="7712749" y="96753"/>
                  </a:lnTo>
                  <a:lnTo>
                    <a:pt x="7724312" y="121735"/>
                  </a:lnTo>
                  <a:lnTo>
                    <a:pt x="7193139" y="121735"/>
                  </a:lnTo>
                  <a:close/>
                  <a:moveTo>
                    <a:pt x="6188669" y="96753"/>
                  </a:moveTo>
                  <a:lnTo>
                    <a:pt x="7080275" y="96753"/>
                  </a:lnTo>
                  <a:lnTo>
                    <a:pt x="7080275" y="121735"/>
                  </a:lnTo>
                  <a:lnTo>
                    <a:pt x="6188669" y="121735"/>
                  </a:lnTo>
                  <a:close/>
                  <a:moveTo>
                    <a:pt x="5574793" y="96753"/>
                  </a:moveTo>
                  <a:lnTo>
                    <a:pt x="6073294" y="96753"/>
                  </a:lnTo>
                  <a:lnTo>
                    <a:pt x="6073294" y="121735"/>
                  </a:lnTo>
                  <a:lnTo>
                    <a:pt x="5574793" y="121735"/>
                  </a:lnTo>
                  <a:close/>
                  <a:moveTo>
                    <a:pt x="4792811" y="96753"/>
                  </a:moveTo>
                  <a:lnTo>
                    <a:pt x="5291307" y="96753"/>
                  </a:lnTo>
                  <a:lnTo>
                    <a:pt x="5291307" y="121735"/>
                  </a:lnTo>
                  <a:lnTo>
                    <a:pt x="4792811" y="121735"/>
                  </a:lnTo>
                  <a:close/>
                  <a:moveTo>
                    <a:pt x="2285298" y="96753"/>
                  </a:moveTo>
                  <a:lnTo>
                    <a:pt x="3183254" y="96753"/>
                  </a:lnTo>
                  <a:lnTo>
                    <a:pt x="3183254" y="121735"/>
                  </a:lnTo>
                  <a:lnTo>
                    <a:pt x="2285298" y="121735"/>
                  </a:lnTo>
                  <a:close/>
                  <a:moveTo>
                    <a:pt x="985097" y="96753"/>
                  </a:moveTo>
                  <a:lnTo>
                    <a:pt x="1978552" y="96753"/>
                  </a:lnTo>
                  <a:cubicBezTo>
                    <a:pt x="1987269" y="104388"/>
                    <a:pt x="1995490" y="112539"/>
                    <a:pt x="2002599" y="121735"/>
                  </a:cubicBezTo>
                  <a:lnTo>
                    <a:pt x="985097" y="121735"/>
                  </a:lnTo>
                  <a:close/>
                  <a:moveTo>
                    <a:pt x="0" y="96753"/>
                  </a:moveTo>
                  <a:lnTo>
                    <a:pt x="877145" y="96753"/>
                  </a:lnTo>
                  <a:lnTo>
                    <a:pt x="877145" y="121735"/>
                  </a:lnTo>
                  <a:lnTo>
                    <a:pt x="0" y="121735"/>
                  </a:lnTo>
                  <a:close/>
                  <a:moveTo>
                    <a:pt x="3581580" y="96752"/>
                  </a:moveTo>
                  <a:lnTo>
                    <a:pt x="4383809" y="96752"/>
                  </a:lnTo>
                  <a:cubicBezTo>
                    <a:pt x="4392080" y="104604"/>
                    <a:pt x="4400028" y="112884"/>
                    <a:pt x="4407456" y="121734"/>
                  </a:cubicBezTo>
                  <a:lnTo>
                    <a:pt x="3557933" y="121734"/>
                  </a:lnTo>
                  <a:cubicBezTo>
                    <a:pt x="3565365" y="112884"/>
                    <a:pt x="3573309" y="104604"/>
                    <a:pt x="3581580" y="96752"/>
                  </a:cubicBezTo>
                  <a:close/>
                  <a:moveTo>
                    <a:pt x="10683999" y="1"/>
                  </a:moveTo>
                  <a:lnTo>
                    <a:pt x="10743787" y="1"/>
                  </a:lnTo>
                  <a:cubicBezTo>
                    <a:pt x="10762889" y="1"/>
                    <a:pt x="10781796" y="856"/>
                    <a:pt x="10800434" y="2849"/>
                  </a:cubicBezTo>
                  <a:lnTo>
                    <a:pt x="10800434" y="1"/>
                  </a:lnTo>
                  <a:lnTo>
                    <a:pt x="11306110" y="1"/>
                  </a:lnTo>
                  <a:lnTo>
                    <a:pt x="11306110" y="14690"/>
                  </a:lnTo>
                  <a:lnTo>
                    <a:pt x="10671926" y="14690"/>
                  </a:lnTo>
                  <a:lnTo>
                    <a:pt x="10634292" y="14690"/>
                  </a:lnTo>
                  <a:cubicBezTo>
                    <a:pt x="10638035" y="10809"/>
                    <a:pt x="10642253" y="7500"/>
                    <a:pt x="10646512" y="4251"/>
                  </a:cubicBezTo>
                  <a:lnTo>
                    <a:pt x="10646512" y="2687"/>
                  </a:lnTo>
                  <a:lnTo>
                    <a:pt x="10671926" y="1221"/>
                  </a:lnTo>
                  <a:lnTo>
                    <a:pt x="10671926" y="697"/>
                  </a:lnTo>
                  <a:close/>
                  <a:moveTo>
                    <a:pt x="9781432" y="1"/>
                  </a:moveTo>
                  <a:lnTo>
                    <a:pt x="10286039" y="1"/>
                  </a:lnTo>
                  <a:lnTo>
                    <a:pt x="10286039" y="14659"/>
                  </a:lnTo>
                  <a:lnTo>
                    <a:pt x="9781432" y="14659"/>
                  </a:lnTo>
                  <a:close/>
                  <a:moveTo>
                    <a:pt x="8612890" y="1"/>
                  </a:moveTo>
                  <a:lnTo>
                    <a:pt x="9668568" y="1"/>
                  </a:lnTo>
                  <a:lnTo>
                    <a:pt x="9668568" y="14659"/>
                  </a:lnTo>
                  <a:lnTo>
                    <a:pt x="8612890" y="14659"/>
                  </a:lnTo>
                  <a:close/>
                  <a:moveTo>
                    <a:pt x="8042875" y="1"/>
                  </a:moveTo>
                  <a:lnTo>
                    <a:pt x="8501703" y="1"/>
                  </a:lnTo>
                  <a:lnTo>
                    <a:pt x="8501703" y="14659"/>
                  </a:lnTo>
                  <a:lnTo>
                    <a:pt x="8042875" y="14659"/>
                  </a:lnTo>
                  <a:close/>
                  <a:moveTo>
                    <a:pt x="7193139" y="1"/>
                  </a:moveTo>
                  <a:lnTo>
                    <a:pt x="7667970" y="1"/>
                  </a:lnTo>
                  <a:lnTo>
                    <a:pt x="7674758" y="14659"/>
                  </a:lnTo>
                  <a:lnTo>
                    <a:pt x="7193139" y="14659"/>
                  </a:lnTo>
                  <a:close/>
                  <a:moveTo>
                    <a:pt x="6188669" y="1"/>
                  </a:moveTo>
                  <a:lnTo>
                    <a:pt x="7080275" y="1"/>
                  </a:lnTo>
                  <a:lnTo>
                    <a:pt x="7080275" y="14659"/>
                  </a:lnTo>
                  <a:lnTo>
                    <a:pt x="6188669" y="14659"/>
                  </a:lnTo>
                  <a:close/>
                  <a:moveTo>
                    <a:pt x="5574793" y="1"/>
                  </a:moveTo>
                  <a:lnTo>
                    <a:pt x="6073294" y="1"/>
                  </a:lnTo>
                  <a:lnTo>
                    <a:pt x="6073294" y="14659"/>
                  </a:lnTo>
                  <a:lnTo>
                    <a:pt x="5574793" y="14659"/>
                  </a:lnTo>
                  <a:close/>
                  <a:moveTo>
                    <a:pt x="4792811" y="1"/>
                  </a:moveTo>
                  <a:lnTo>
                    <a:pt x="5291307" y="1"/>
                  </a:lnTo>
                  <a:lnTo>
                    <a:pt x="5291307" y="14659"/>
                  </a:lnTo>
                  <a:lnTo>
                    <a:pt x="4792811" y="14659"/>
                  </a:lnTo>
                  <a:close/>
                  <a:moveTo>
                    <a:pt x="2285298" y="1"/>
                  </a:moveTo>
                  <a:lnTo>
                    <a:pt x="3183254" y="1"/>
                  </a:lnTo>
                  <a:lnTo>
                    <a:pt x="3183254" y="14659"/>
                  </a:lnTo>
                  <a:lnTo>
                    <a:pt x="2285298" y="14659"/>
                  </a:lnTo>
                  <a:close/>
                  <a:moveTo>
                    <a:pt x="985097" y="1"/>
                  </a:moveTo>
                  <a:lnTo>
                    <a:pt x="1846470" y="1"/>
                  </a:lnTo>
                  <a:lnTo>
                    <a:pt x="1869376" y="14659"/>
                  </a:lnTo>
                  <a:lnTo>
                    <a:pt x="985097" y="14659"/>
                  </a:lnTo>
                  <a:close/>
                  <a:moveTo>
                    <a:pt x="0" y="1"/>
                  </a:moveTo>
                  <a:lnTo>
                    <a:pt x="877145" y="1"/>
                  </a:lnTo>
                  <a:lnTo>
                    <a:pt x="877145" y="14659"/>
                  </a:lnTo>
                  <a:lnTo>
                    <a:pt x="0" y="14659"/>
                  </a:lnTo>
                  <a:close/>
                  <a:moveTo>
                    <a:pt x="3702830" y="0"/>
                  </a:moveTo>
                  <a:lnTo>
                    <a:pt x="4262563" y="0"/>
                  </a:lnTo>
                  <a:lnTo>
                    <a:pt x="4284257" y="14658"/>
                  </a:lnTo>
                  <a:lnTo>
                    <a:pt x="3681132" y="14658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t" anchorCtr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chemeClr val="accent4"/>
                </a:solidFill>
              </a:endParaRPr>
            </a:p>
          </p:txBody>
        </p:sp>
      </p:grpSp>
      <p:sp>
        <p:nvSpPr>
          <p:cNvPr id="87" name="Title 1">
            <a:extLst>
              <a:ext uri="{FF2B5EF4-FFF2-40B4-BE49-F238E27FC236}">
                <a16:creationId xmlns:a16="http://schemas.microsoft.com/office/drawing/2014/main" id="{7F1C5599-68DE-A9F5-74B0-300D8ED29B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160" y="3804790"/>
            <a:ext cx="7059208" cy="46867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en-GB" sz="2000" noProof="0" dirty="0">
                <a:solidFill>
                  <a:schemeClr val="tx1"/>
                </a:solidFill>
              </a:defRPr>
            </a:lvl1pPr>
          </a:lstStyle>
          <a:p>
            <a:pPr marL="0" lvl="0" latinLnBrk="0">
              <a:lnSpc>
                <a:spcPct val="90000"/>
              </a:lnSpc>
            </a:pPr>
            <a:r>
              <a:rPr lang="en-GB" noProof="0" dirty="0"/>
              <a:t>Title</a:t>
            </a:r>
          </a:p>
        </p:txBody>
      </p:sp>
      <p:sp>
        <p:nvSpPr>
          <p:cNvPr id="88" name="Textplatzhalter 3">
            <a:extLst>
              <a:ext uri="{FF2B5EF4-FFF2-40B4-BE49-F238E27FC236}">
                <a16:creationId xmlns:a16="http://schemas.microsoft.com/office/drawing/2014/main" id="{49F13D1A-A3E1-67CF-8309-F86E16C8531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5182" y="4340320"/>
            <a:ext cx="7064209" cy="330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en-GB" sz="1400" b="0" noProof="0" dirty="0">
                <a:solidFill>
                  <a:schemeClr val="tx2"/>
                </a:solidFill>
                <a:cs typeface="Arial"/>
              </a:defRPr>
            </a:lvl1pPr>
          </a:lstStyle>
          <a:p>
            <a:pPr marL="179388" lvl="0" indent="-179388">
              <a:spcAft>
                <a:spcPct val="0"/>
              </a:spcAft>
            </a:pPr>
            <a:r>
              <a:rPr lang="en-GB" noProof="0"/>
              <a:t>Sub-title</a:t>
            </a:r>
          </a:p>
        </p:txBody>
      </p:sp>
      <p:sp>
        <p:nvSpPr>
          <p:cNvPr id="89" name="Rechteck 34">
            <a:extLst>
              <a:ext uri="{FF2B5EF4-FFF2-40B4-BE49-F238E27FC236}">
                <a16:creationId xmlns:a16="http://schemas.microsoft.com/office/drawing/2014/main" id="{F4240371-B166-1EAB-8B30-D72BC9F5F9E6}"/>
              </a:ext>
            </a:extLst>
          </p:cNvPr>
          <p:cNvSpPr>
            <a:spLocks/>
          </p:cNvSpPr>
          <p:nvPr userDrawn="1"/>
        </p:nvSpPr>
        <p:spPr>
          <a:xfrm>
            <a:off x="2520000" y="3250161"/>
            <a:ext cx="972000" cy="972000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90" name="Rechteck 34">
            <a:extLst>
              <a:ext uri="{FF2B5EF4-FFF2-40B4-BE49-F238E27FC236}">
                <a16:creationId xmlns:a16="http://schemas.microsoft.com/office/drawing/2014/main" id="{60D8896C-CB6A-BD0D-2C2F-1248DDE87730}"/>
              </a:ext>
            </a:extLst>
          </p:cNvPr>
          <p:cNvSpPr>
            <a:spLocks/>
          </p:cNvSpPr>
          <p:nvPr userDrawn="1"/>
        </p:nvSpPr>
        <p:spPr>
          <a:xfrm>
            <a:off x="436860" y="2917075"/>
            <a:ext cx="770282" cy="7704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 w="952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91" name="Rechteck 31">
            <a:extLst>
              <a:ext uri="{FF2B5EF4-FFF2-40B4-BE49-F238E27FC236}">
                <a16:creationId xmlns:a16="http://schemas.microsoft.com/office/drawing/2014/main" id="{164509BE-0CCF-68A3-1C05-B79E8743969D}"/>
              </a:ext>
            </a:extLst>
          </p:cNvPr>
          <p:cNvSpPr>
            <a:spLocks/>
          </p:cNvSpPr>
          <p:nvPr userDrawn="1"/>
        </p:nvSpPr>
        <p:spPr>
          <a:xfrm>
            <a:off x="2185654" y="2917075"/>
            <a:ext cx="770282" cy="7704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952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92" name="Rechteck 32">
            <a:extLst>
              <a:ext uri="{FF2B5EF4-FFF2-40B4-BE49-F238E27FC236}">
                <a16:creationId xmlns:a16="http://schemas.microsoft.com/office/drawing/2014/main" id="{AAABB638-8ECC-5C4B-40D9-F3680F05B3CF}"/>
              </a:ext>
            </a:extLst>
          </p:cNvPr>
          <p:cNvSpPr>
            <a:spLocks/>
          </p:cNvSpPr>
          <p:nvPr userDrawn="1"/>
        </p:nvSpPr>
        <p:spPr>
          <a:xfrm>
            <a:off x="3060051" y="2917075"/>
            <a:ext cx="770282" cy="770400"/>
          </a:xfrm>
          <a:prstGeom prst="rect">
            <a:avLst/>
          </a:prstGeom>
          <a:blipFill dpi="0" rotWithShape="1">
            <a:blip r:embed="rId5"/>
            <a:srcRect/>
            <a:stretch>
              <a:fillRect l="-893" t="-2697" r="-3640"/>
            </a:stretch>
          </a:blipFill>
          <a:ln w="952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93" name="Rechteck 35">
            <a:extLst>
              <a:ext uri="{FF2B5EF4-FFF2-40B4-BE49-F238E27FC236}">
                <a16:creationId xmlns:a16="http://schemas.microsoft.com/office/drawing/2014/main" id="{7DBA27A5-1B1D-2B5B-A544-4367D6A3AF64}"/>
              </a:ext>
            </a:extLst>
          </p:cNvPr>
          <p:cNvSpPr>
            <a:spLocks/>
          </p:cNvSpPr>
          <p:nvPr userDrawn="1"/>
        </p:nvSpPr>
        <p:spPr>
          <a:xfrm>
            <a:off x="3934447" y="2917075"/>
            <a:ext cx="770282" cy="7704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952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94" name="Rechteck 36">
            <a:extLst>
              <a:ext uri="{FF2B5EF4-FFF2-40B4-BE49-F238E27FC236}">
                <a16:creationId xmlns:a16="http://schemas.microsoft.com/office/drawing/2014/main" id="{04D04176-CBDD-1C47-277E-B5D0DA2CD51A}"/>
              </a:ext>
            </a:extLst>
          </p:cNvPr>
          <p:cNvSpPr>
            <a:spLocks/>
          </p:cNvSpPr>
          <p:nvPr userDrawn="1"/>
        </p:nvSpPr>
        <p:spPr>
          <a:xfrm>
            <a:off x="1311257" y="2917075"/>
            <a:ext cx="770282" cy="7704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397831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topic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63">
            <a:extLst>
              <a:ext uri="{FF2B5EF4-FFF2-40B4-BE49-F238E27FC236}">
                <a16:creationId xmlns:a16="http://schemas.microsoft.com/office/drawing/2014/main" id="{BECCED9D-8E6B-48BA-8C9D-A82374595CF3}"/>
              </a:ext>
            </a:extLst>
          </p:cNvPr>
          <p:cNvGrpSpPr/>
          <p:nvPr userDrawn="1"/>
        </p:nvGrpSpPr>
        <p:grpSpPr>
          <a:xfrm>
            <a:off x="4239979" y="5250260"/>
            <a:ext cx="2960315" cy="405933"/>
            <a:chOff x="4239977" y="4643999"/>
            <a:chExt cx="2960315" cy="396002"/>
          </a:xfrm>
        </p:grpSpPr>
        <p:sp>
          <p:nvSpPr>
            <p:cNvPr id="12" name="&lt; forward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B45FE90-4BBE-4715-AE8D-757F89C84A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6958892" y="4804666"/>
              <a:ext cx="93800" cy="99082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292" h="161924">
                  <a:moveTo>
                    <a:pt x="65408" y="0"/>
                  </a:moveTo>
                  <a:lnTo>
                    <a:pt x="90769" y="0"/>
                  </a:lnTo>
                  <a:lnTo>
                    <a:pt x="153292" y="80962"/>
                  </a:lnTo>
                  <a:lnTo>
                    <a:pt x="90769" y="161924"/>
                  </a:lnTo>
                  <a:lnTo>
                    <a:pt x="65408" y="161924"/>
                  </a:lnTo>
                  <a:lnTo>
                    <a:pt x="127931" y="80962"/>
                  </a:lnTo>
                  <a:close/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chemeClr val="accent1">
                    <a:alpha val="4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orward link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EA3AC71-320B-44E0-90D7-02B156306BBB}"/>
                </a:ext>
              </a:extLst>
            </p:cNvPr>
            <p:cNvSpPr/>
            <p:nvPr userDrawn="1"/>
          </p:nvSpPr>
          <p:spPr>
            <a:xfrm>
              <a:off x="6768292" y="4644001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80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14" name="Freihandform: Form 97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98082FD9-3557-4D0A-B9F3-1A53D9551D39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5711670" y="4804666"/>
              <a:ext cx="53776" cy="99082"/>
            </a:xfrm>
            <a:custGeom>
              <a:avLst/>
              <a:gdLst>
                <a:gd name="connsiteX0" fmla="*/ 23824 w 82557"/>
                <a:gd name="connsiteY0" fmla="*/ 0 h 152109"/>
                <a:gd name="connsiteX1" fmla="*/ 0 w 82557"/>
                <a:gd name="connsiteY1" fmla="*/ 0 h 152109"/>
                <a:gd name="connsiteX2" fmla="*/ 58734 w 82557"/>
                <a:gd name="connsiteY2" fmla="*/ 76055 h 152109"/>
                <a:gd name="connsiteX3" fmla="*/ 0 w 82557"/>
                <a:gd name="connsiteY3" fmla="*/ 152109 h 152109"/>
                <a:gd name="connsiteX4" fmla="*/ 23824 w 82557"/>
                <a:gd name="connsiteY4" fmla="*/ 152109 h 152109"/>
                <a:gd name="connsiteX5" fmla="*/ 82557 w 82557"/>
                <a:gd name="connsiteY5" fmla="*/ 76055 h 15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557" h="152109">
                  <a:moveTo>
                    <a:pt x="23824" y="0"/>
                  </a:moveTo>
                  <a:lnTo>
                    <a:pt x="0" y="0"/>
                  </a:lnTo>
                  <a:lnTo>
                    <a:pt x="58734" y="76055"/>
                  </a:lnTo>
                  <a:lnTo>
                    <a:pt x="0" y="152109"/>
                  </a:lnTo>
                  <a:lnTo>
                    <a:pt x="23824" y="152109"/>
                  </a:lnTo>
                  <a:lnTo>
                    <a:pt x="82557" y="7605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back link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EC6AB7E0-DC2A-4971-B535-A723111DE6CD}"/>
                </a:ext>
              </a:extLst>
            </p:cNvPr>
            <p:cNvSpPr/>
            <p:nvPr userDrawn="1"/>
          </p:nvSpPr>
          <p:spPr>
            <a:xfrm>
              <a:off x="5522558" y="4643999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last visited</a:t>
              </a:r>
            </a:p>
          </p:txBody>
        </p:sp>
        <p:sp>
          <p:nvSpPr>
            <p:cNvPr id="19" name="back link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A07A4B29-DFC3-4229-AAAF-B77D462EF71C}"/>
                </a:ext>
              </a:extLst>
            </p:cNvPr>
            <p:cNvSpPr/>
            <p:nvPr userDrawn="1"/>
          </p:nvSpPr>
          <p:spPr>
            <a:xfrm>
              <a:off x="4239977" y="4643999"/>
              <a:ext cx="1009433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close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D0D5DD7-4978-4970-9F7F-37CB14012AA6}"/>
              </a:ext>
            </a:extLst>
          </p:cNvPr>
          <p:cNvSpPr/>
          <p:nvPr userDrawn="1"/>
        </p:nvSpPr>
        <p:spPr>
          <a:xfrm>
            <a:off x="8496436" y="-150824"/>
            <a:ext cx="647564" cy="11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spAutoFit/>
          </a:bodyPr>
          <a:lstStyle/>
          <a:p>
            <a:pPr algn="r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800">
                <a:solidFill>
                  <a:schemeClr val="accent1"/>
                </a:solidFill>
              </a:rPr>
              <a:t>BU title</a:t>
            </a:r>
          </a:p>
        </p:txBody>
      </p:sp>
      <p:sp>
        <p:nvSpPr>
          <p:cNvPr id="22" name="Rechteck 10">
            <a:extLst>
              <a:ext uri="{FF2B5EF4-FFF2-40B4-BE49-F238E27FC236}">
                <a16:creationId xmlns:a16="http://schemas.microsoft.com/office/drawing/2014/main" id="{AD56997B-533F-45D4-976A-6DB2BDFF75AD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33000"/>
                      </a14:imgEffect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66" r="-2666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endParaRPr lang="en-GB" sz="1400" b="0" i="1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E6A25A-D6BA-45B7-AB11-316BB3751B9C}"/>
              </a:ext>
            </a:extLst>
          </p:cNvPr>
          <p:cNvSpPr/>
          <p:nvPr userDrawn="1"/>
        </p:nvSpPr>
        <p:spPr>
          <a:xfrm>
            <a:off x="8496436" y="-150824"/>
            <a:ext cx="647564" cy="11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spAutoFit/>
          </a:bodyPr>
          <a:lstStyle/>
          <a:p>
            <a:pPr algn="r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800">
                <a:solidFill>
                  <a:schemeClr val="accent1"/>
                </a:solidFill>
              </a:rPr>
              <a:t>ATM title</a:t>
            </a:r>
          </a:p>
        </p:txBody>
      </p:sp>
      <p:sp>
        <p:nvSpPr>
          <p:cNvPr id="30" name="Rechteck 31">
            <a:extLst>
              <a:ext uri="{FF2B5EF4-FFF2-40B4-BE49-F238E27FC236}">
                <a16:creationId xmlns:a16="http://schemas.microsoft.com/office/drawing/2014/main" id="{AF1165A3-CBD1-458C-934F-2AAB824EA4B5}"/>
              </a:ext>
            </a:extLst>
          </p:cNvPr>
          <p:cNvSpPr>
            <a:spLocks noChangeAspect="1"/>
          </p:cNvSpPr>
          <p:nvPr userDrawn="1"/>
        </p:nvSpPr>
        <p:spPr>
          <a:xfrm>
            <a:off x="-1" y="3727938"/>
            <a:ext cx="9144000" cy="1415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31" name="Rechteck 46">
            <a:extLst>
              <a:ext uri="{FF2B5EF4-FFF2-40B4-BE49-F238E27FC236}">
                <a16:creationId xmlns:a16="http://schemas.microsoft.com/office/drawing/2014/main" id="{5A858F59-4041-41FF-BECD-27B4FE54C152}"/>
              </a:ext>
            </a:extLst>
          </p:cNvPr>
          <p:cNvSpPr/>
          <p:nvPr userDrawn="1"/>
        </p:nvSpPr>
        <p:spPr>
          <a:xfrm flipV="1">
            <a:off x="-1" y="-1"/>
            <a:ext cx="9144001" cy="164020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0" bIns="0" rtlCol="0" anchor="t" anchorCtr="0"/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endParaRPr lang="en-GB" sz="800">
              <a:solidFill>
                <a:schemeClr val="bg1"/>
              </a:solidFill>
            </a:endParaRPr>
          </a:p>
        </p:txBody>
      </p:sp>
      <p:grpSp>
        <p:nvGrpSpPr>
          <p:cNvPr id="32" name="Gruppieren 14">
            <a:extLst>
              <a:ext uri="{FF2B5EF4-FFF2-40B4-BE49-F238E27FC236}">
                <a16:creationId xmlns:a16="http://schemas.microsoft.com/office/drawing/2014/main" id="{A97057EA-EB30-4B59-B866-CD3E97A8BCD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230014" y="424757"/>
            <a:ext cx="2482186" cy="612179"/>
            <a:chOff x="-6480658" y="3564296"/>
            <a:chExt cx="10339200" cy="2534206"/>
          </a:xfrm>
          <a:solidFill>
            <a:schemeClr val="bg1"/>
          </a:solidFill>
        </p:grpSpPr>
        <p:sp>
          <p:nvSpPr>
            <p:cNvPr id="33" name="Freihandform: Form 15">
              <a:extLst>
                <a:ext uri="{FF2B5EF4-FFF2-40B4-BE49-F238E27FC236}">
                  <a16:creationId xmlns:a16="http://schemas.microsoft.com/office/drawing/2014/main" id="{976BF757-49A6-414A-AF5C-A37912F092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227290" y="5628626"/>
              <a:ext cx="6085831" cy="469876"/>
            </a:xfrm>
            <a:custGeom>
              <a:avLst/>
              <a:gdLst>
                <a:gd name="connsiteX0" fmla="*/ 2425896 w 6085831"/>
                <a:gd name="connsiteY0" fmla="*/ 74820 h 469876"/>
                <a:gd name="connsiteX1" fmla="*/ 2339468 w 6085831"/>
                <a:gd name="connsiteY1" fmla="*/ 318752 h 469876"/>
                <a:gd name="connsiteX2" fmla="*/ 2511185 w 6085831"/>
                <a:gd name="connsiteY2" fmla="*/ 318752 h 469876"/>
                <a:gd name="connsiteX3" fmla="*/ 1491950 w 6085831"/>
                <a:gd name="connsiteY3" fmla="*/ 74820 h 469876"/>
                <a:gd name="connsiteX4" fmla="*/ 1405522 w 6085831"/>
                <a:gd name="connsiteY4" fmla="*/ 318752 h 469876"/>
                <a:gd name="connsiteX5" fmla="*/ 1577239 w 6085831"/>
                <a:gd name="connsiteY5" fmla="*/ 318752 h 469876"/>
                <a:gd name="connsiteX6" fmla="*/ 5814145 w 6085831"/>
                <a:gd name="connsiteY6" fmla="*/ 48622 h 469876"/>
                <a:gd name="connsiteX7" fmla="*/ 5814145 w 6085831"/>
                <a:gd name="connsiteY7" fmla="*/ 421761 h 469876"/>
                <a:gd name="connsiteX8" fmla="*/ 5928889 w 6085831"/>
                <a:gd name="connsiteY8" fmla="*/ 421761 h 469876"/>
                <a:gd name="connsiteX9" fmla="*/ 5928889 w 6085831"/>
                <a:gd name="connsiteY9" fmla="*/ 421924 h 469876"/>
                <a:gd name="connsiteX10" fmla="*/ 5935065 w 6085831"/>
                <a:gd name="connsiteY10" fmla="*/ 421240 h 469876"/>
                <a:gd name="connsiteX11" fmla="*/ 6035423 w 6085831"/>
                <a:gd name="connsiteY11" fmla="*/ 246113 h 469876"/>
                <a:gd name="connsiteX12" fmla="*/ 6035423 w 6085831"/>
                <a:gd name="connsiteY12" fmla="*/ 234744 h 469876"/>
                <a:gd name="connsiteX13" fmla="*/ 5935873 w 6085831"/>
                <a:gd name="connsiteY13" fmla="*/ 49835 h 469876"/>
                <a:gd name="connsiteX14" fmla="*/ 5928277 w 6085831"/>
                <a:gd name="connsiteY14" fmla="*/ 48622 h 469876"/>
                <a:gd name="connsiteX15" fmla="*/ 5024863 w 6085831"/>
                <a:gd name="connsiteY15" fmla="*/ 48621 h 469876"/>
                <a:gd name="connsiteX16" fmla="*/ 5024863 w 6085831"/>
                <a:gd name="connsiteY16" fmla="*/ 217544 h 469876"/>
                <a:gd name="connsiteX17" fmla="*/ 5158687 w 6085831"/>
                <a:gd name="connsiteY17" fmla="*/ 217544 h 469876"/>
                <a:gd name="connsiteX18" fmla="*/ 5159459 w 6085831"/>
                <a:gd name="connsiteY18" fmla="*/ 217544 h 469876"/>
                <a:gd name="connsiteX19" fmla="*/ 5240811 w 6085831"/>
                <a:gd name="connsiteY19" fmla="*/ 135790 h 469876"/>
                <a:gd name="connsiteX20" fmla="*/ 5240003 w 6085831"/>
                <a:gd name="connsiteY20" fmla="*/ 129973 h 469876"/>
                <a:gd name="connsiteX21" fmla="*/ 5159459 w 6085831"/>
                <a:gd name="connsiteY21" fmla="*/ 48621 h 469876"/>
                <a:gd name="connsiteX22" fmla="*/ 5155393 w 6085831"/>
                <a:gd name="connsiteY22" fmla="*/ 48621 h 469876"/>
                <a:gd name="connsiteX23" fmla="*/ 3483477 w 6085831"/>
                <a:gd name="connsiteY23" fmla="*/ 48621 h 469876"/>
                <a:gd name="connsiteX24" fmla="*/ 3483477 w 6085831"/>
                <a:gd name="connsiteY24" fmla="*/ 217544 h 469876"/>
                <a:gd name="connsiteX25" fmla="*/ 3617301 w 6085831"/>
                <a:gd name="connsiteY25" fmla="*/ 217544 h 469876"/>
                <a:gd name="connsiteX26" fmla="*/ 3618073 w 6085831"/>
                <a:gd name="connsiteY26" fmla="*/ 217544 h 469876"/>
                <a:gd name="connsiteX27" fmla="*/ 3699425 w 6085831"/>
                <a:gd name="connsiteY27" fmla="*/ 135790 h 469876"/>
                <a:gd name="connsiteX28" fmla="*/ 3698617 w 6085831"/>
                <a:gd name="connsiteY28" fmla="*/ 129973 h 469876"/>
                <a:gd name="connsiteX29" fmla="*/ 3618073 w 6085831"/>
                <a:gd name="connsiteY29" fmla="*/ 48621 h 469876"/>
                <a:gd name="connsiteX30" fmla="*/ 3614007 w 6085831"/>
                <a:gd name="connsiteY30" fmla="*/ 48621 h 469876"/>
                <a:gd name="connsiteX31" fmla="*/ 820386 w 6085831"/>
                <a:gd name="connsiteY31" fmla="*/ 48621 h 469876"/>
                <a:gd name="connsiteX32" fmla="*/ 820386 w 6085831"/>
                <a:gd name="connsiteY32" fmla="*/ 217544 h 469876"/>
                <a:gd name="connsiteX33" fmla="*/ 954211 w 6085831"/>
                <a:gd name="connsiteY33" fmla="*/ 217544 h 469876"/>
                <a:gd name="connsiteX34" fmla="*/ 954984 w 6085831"/>
                <a:gd name="connsiteY34" fmla="*/ 217544 h 469876"/>
                <a:gd name="connsiteX35" fmla="*/ 1036335 w 6085831"/>
                <a:gd name="connsiteY35" fmla="*/ 135790 h 469876"/>
                <a:gd name="connsiteX36" fmla="*/ 1035526 w 6085831"/>
                <a:gd name="connsiteY36" fmla="*/ 129973 h 469876"/>
                <a:gd name="connsiteX37" fmla="*/ 954984 w 6085831"/>
                <a:gd name="connsiteY37" fmla="*/ 48621 h 469876"/>
                <a:gd name="connsiteX38" fmla="*/ 950917 w 6085831"/>
                <a:gd name="connsiteY38" fmla="*/ 48621 h 469876"/>
                <a:gd name="connsiteX39" fmla="*/ 4712731 w 6085831"/>
                <a:gd name="connsiteY39" fmla="*/ 43899 h 469876"/>
                <a:gd name="connsiteX40" fmla="*/ 4601863 w 6085831"/>
                <a:gd name="connsiteY40" fmla="*/ 167169 h 469876"/>
                <a:gd name="connsiteX41" fmla="*/ 4601323 w 6085831"/>
                <a:gd name="connsiteY41" fmla="*/ 305923 h 469876"/>
                <a:gd name="connsiteX42" fmla="*/ 4712731 w 6085831"/>
                <a:gd name="connsiteY42" fmla="*/ 424339 h 469876"/>
                <a:gd name="connsiteX43" fmla="*/ 4824677 w 6085831"/>
                <a:gd name="connsiteY43" fmla="*/ 297835 h 469876"/>
                <a:gd name="connsiteX44" fmla="*/ 4823599 w 6085831"/>
                <a:gd name="connsiteY44" fmla="*/ 166090 h 469876"/>
                <a:gd name="connsiteX45" fmla="*/ 4712731 w 6085831"/>
                <a:gd name="connsiteY45" fmla="*/ 43899 h 469876"/>
                <a:gd name="connsiteX46" fmla="*/ 501904 w 6085831"/>
                <a:gd name="connsiteY46" fmla="*/ 43899 h 469876"/>
                <a:gd name="connsiteX47" fmla="*/ 391037 w 6085831"/>
                <a:gd name="connsiteY47" fmla="*/ 167169 h 469876"/>
                <a:gd name="connsiteX48" fmla="*/ 390497 w 6085831"/>
                <a:gd name="connsiteY48" fmla="*/ 305923 h 469876"/>
                <a:gd name="connsiteX49" fmla="*/ 501904 w 6085831"/>
                <a:gd name="connsiteY49" fmla="*/ 424339 h 469876"/>
                <a:gd name="connsiteX50" fmla="*/ 613850 w 6085831"/>
                <a:gd name="connsiteY50" fmla="*/ 297835 h 469876"/>
                <a:gd name="connsiteX51" fmla="*/ 612772 w 6085831"/>
                <a:gd name="connsiteY51" fmla="*/ 166090 h 469876"/>
                <a:gd name="connsiteX52" fmla="*/ 501904 w 6085831"/>
                <a:gd name="connsiteY52" fmla="*/ 43899 h 469876"/>
                <a:gd name="connsiteX53" fmla="*/ 5765399 w 6085831"/>
                <a:gd name="connsiteY53" fmla="*/ 4836 h 469876"/>
                <a:gd name="connsiteX54" fmla="*/ 5814145 w 6085831"/>
                <a:gd name="connsiteY54" fmla="*/ 4836 h 469876"/>
                <a:gd name="connsiteX55" fmla="*/ 5928889 w 6085831"/>
                <a:gd name="connsiteY55" fmla="*/ 4836 h 469876"/>
                <a:gd name="connsiteX56" fmla="*/ 5938427 w 6085831"/>
                <a:gd name="connsiteY56" fmla="*/ 4836 h 469876"/>
                <a:gd name="connsiteX57" fmla="*/ 6084779 w 6085831"/>
                <a:gd name="connsiteY57" fmla="*/ 232346 h 469876"/>
                <a:gd name="connsiteX58" fmla="*/ 6084779 w 6085831"/>
                <a:gd name="connsiteY58" fmla="*/ 247167 h 469876"/>
                <a:gd name="connsiteX59" fmla="*/ 5939237 w 6085831"/>
                <a:gd name="connsiteY59" fmla="*/ 465195 h 469876"/>
                <a:gd name="connsiteX60" fmla="*/ 5928889 w 6085831"/>
                <a:gd name="connsiteY60" fmla="*/ 465537 h 469876"/>
                <a:gd name="connsiteX61" fmla="*/ 5928889 w 6085831"/>
                <a:gd name="connsiteY61" fmla="*/ 465547 h 469876"/>
                <a:gd name="connsiteX62" fmla="*/ 5928579 w 6085831"/>
                <a:gd name="connsiteY62" fmla="*/ 465547 h 469876"/>
                <a:gd name="connsiteX63" fmla="*/ 5928573 w 6085831"/>
                <a:gd name="connsiteY63" fmla="*/ 465547 h 469876"/>
                <a:gd name="connsiteX64" fmla="*/ 5814145 w 6085831"/>
                <a:gd name="connsiteY64" fmla="*/ 465547 h 469876"/>
                <a:gd name="connsiteX65" fmla="*/ 5765399 w 6085831"/>
                <a:gd name="connsiteY65" fmla="*/ 465547 h 469876"/>
                <a:gd name="connsiteX66" fmla="*/ 5391729 w 6085831"/>
                <a:gd name="connsiteY66" fmla="*/ 4835 h 469876"/>
                <a:gd name="connsiteX67" fmla="*/ 5440475 w 6085831"/>
                <a:gd name="connsiteY67" fmla="*/ 4835 h 469876"/>
                <a:gd name="connsiteX68" fmla="*/ 5440475 w 6085831"/>
                <a:gd name="connsiteY68" fmla="*/ 421759 h 469876"/>
                <a:gd name="connsiteX69" fmla="*/ 5674681 w 6085831"/>
                <a:gd name="connsiteY69" fmla="*/ 421759 h 469876"/>
                <a:gd name="connsiteX70" fmla="*/ 5674681 w 6085831"/>
                <a:gd name="connsiteY70" fmla="*/ 465545 h 469876"/>
                <a:gd name="connsiteX71" fmla="*/ 5440475 w 6085831"/>
                <a:gd name="connsiteY71" fmla="*/ 465545 h 469876"/>
                <a:gd name="connsiteX72" fmla="*/ 5434593 w 6085831"/>
                <a:gd name="connsiteY72" fmla="*/ 465545 h 469876"/>
                <a:gd name="connsiteX73" fmla="*/ 5391729 w 6085831"/>
                <a:gd name="connsiteY73" fmla="*/ 465545 h 469876"/>
                <a:gd name="connsiteX74" fmla="*/ 4976117 w 6085831"/>
                <a:gd name="connsiteY74" fmla="*/ 4835 h 469876"/>
                <a:gd name="connsiteX75" fmla="*/ 5024863 w 6085831"/>
                <a:gd name="connsiteY75" fmla="*/ 4835 h 469876"/>
                <a:gd name="connsiteX76" fmla="*/ 5158687 w 6085831"/>
                <a:gd name="connsiteY76" fmla="*/ 4835 h 469876"/>
                <a:gd name="connsiteX77" fmla="*/ 5158687 w 6085831"/>
                <a:gd name="connsiteY77" fmla="*/ 5351 h 469876"/>
                <a:gd name="connsiteX78" fmla="*/ 5165249 w 6085831"/>
                <a:gd name="connsiteY78" fmla="*/ 5351 h 469876"/>
                <a:gd name="connsiteX79" fmla="*/ 5288551 w 6085831"/>
                <a:gd name="connsiteY79" fmla="*/ 128653 h 469876"/>
                <a:gd name="connsiteX80" fmla="*/ 5288551 w 6085831"/>
                <a:gd name="connsiteY80" fmla="*/ 136815 h 469876"/>
                <a:gd name="connsiteX81" fmla="*/ 5192497 w 6085831"/>
                <a:gd name="connsiteY81" fmla="*/ 255289 h 469876"/>
                <a:gd name="connsiteX82" fmla="*/ 5188391 w 6085831"/>
                <a:gd name="connsiteY82" fmla="*/ 255851 h 469876"/>
                <a:gd name="connsiteX83" fmla="*/ 5298631 w 6085831"/>
                <a:gd name="connsiteY83" fmla="*/ 465545 h 469876"/>
                <a:gd name="connsiteX84" fmla="*/ 5240369 w 6085831"/>
                <a:gd name="connsiteY84" fmla="*/ 465545 h 469876"/>
                <a:gd name="connsiteX85" fmla="*/ 5135989 w 6085831"/>
                <a:gd name="connsiteY85" fmla="*/ 261330 h 469876"/>
                <a:gd name="connsiteX86" fmla="*/ 5024863 w 6085831"/>
                <a:gd name="connsiteY86" fmla="*/ 261330 h 469876"/>
                <a:gd name="connsiteX87" fmla="*/ 5024863 w 6085831"/>
                <a:gd name="connsiteY87" fmla="*/ 465545 h 469876"/>
                <a:gd name="connsiteX88" fmla="*/ 4976117 w 6085831"/>
                <a:gd name="connsiteY88" fmla="*/ 465545 h 469876"/>
                <a:gd name="connsiteX89" fmla="*/ 3434731 w 6085831"/>
                <a:gd name="connsiteY89" fmla="*/ 4835 h 469876"/>
                <a:gd name="connsiteX90" fmla="*/ 3483477 w 6085831"/>
                <a:gd name="connsiteY90" fmla="*/ 4835 h 469876"/>
                <a:gd name="connsiteX91" fmla="*/ 3617301 w 6085831"/>
                <a:gd name="connsiteY91" fmla="*/ 4835 h 469876"/>
                <a:gd name="connsiteX92" fmla="*/ 3617301 w 6085831"/>
                <a:gd name="connsiteY92" fmla="*/ 5351 h 469876"/>
                <a:gd name="connsiteX93" fmla="*/ 3623863 w 6085831"/>
                <a:gd name="connsiteY93" fmla="*/ 5351 h 469876"/>
                <a:gd name="connsiteX94" fmla="*/ 3747165 w 6085831"/>
                <a:gd name="connsiteY94" fmla="*/ 128653 h 469876"/>
                <a:gd name="connsiteX95" fmla="*/ 3747165 w 6085831"/>
                <a:gd name="connsiteY95" fmla="*/ 136815 h 469876"/>
                <a:gd name="connsiteX96" fmla="*/ 3651111 w 6085831"/>
                <a:gd name="connsiteY96" fmla="*/ 255289 h 469876"/>
                <a:gd name="connsiteX97" fmla="*/ 3647005 w 6085831"/>
                <a:gd name="connsiteY97" fmla="*/ 255851 h 469876"/>
                <a:gd name="connsiteX98" fmla="*/ 3757245 w 6085831"/>
                <a:gd name="connsiteY98" fmla="*/ 465545 h 469876"/>
                <a:gd name="connsiteX99" fmla="*/ 3698983 w 6085831"/>
                <a:gd name="connsiteY99" fmla="*/ 465545 h 469876"/>
                <a:gd name="connsiteX100" fmla="*/ 3594603 w 6085831"/>
                <a:gd name="connsiteY100" fmla="*/ 261330 h 469876"/>
                <a:gd name="connsiteX101" fmla="*/ 3483477 w 6085831"/>
                <a:gd name="connsiteY101" fmla="*/ 261330 h 469876"/>
                <a:gd name="connsiteX102" fmla="*/ 3483477 w 6085831"/>
                <a:gd name="connsiteY102" fmla="*/ 465545 h 469876"/>
                <a:gd name="connsiteX103" fmla="*/ 3434731 w 6085831"/>
                <a:gd name="connsiteY103" fmla="*/ 465545 h 469876"/>
                <a:gd name="connsiteX104" fmla="*/ 3062719 w 6085831"/>
                <a:gd name="connsiteY104" fmla="*/ 4835 h 469876"/>
                <a:gd name="connsiteX105" fmla="*/ 3111465 w 6085831"/>
                <a:gd name="connsiteY105" fmla="*/ 4835 h 469876"/>
                <a:gd name="connsiteX106" fmla="*/ 3348437 w 6085831"/>
                <a:gd name="connsiteY106" fmla="*/ 4835 h 469876"/>
                <a:gd name="connsiteX107" fmla="*/ 3348437 w 6085831"/>
                <a:gd name="connsiteY107" fmla="*/ 48621 h 469876"/>
                <a:gd name="connsiteX108" fmla="*/ 3111465 w 6085831"/>
                <a:gd name="connsiteY108" fmla="*/ 48621 h 469876"/>
                <a:gd name="connsiteX109" fmla="*/ 3111465 w 6085831"/>
                <a:gd name="connsiteY109" fmla="*/ 211054 h 469876"/>
                <a:gd name="connsiteX110" fmla="*/ 3313659 w 6085831"/>
                <a:gd name="connsiteY110" fmla="*/ 211054 h 469876"/>
                <a:gd name="connsiteX111" fmla="*/ 3313659 w 6085831"/>
                <a:gd name="connsiteY111" fmla="*/ 254840 h 469876"/>
                <a:gd name="connsiteX112" fmla="*/ 3111465 w 6085831"/>
                <a:gd name="connsiteY112" fmla="*/ 254840 h 469876"/>
                <a:gd name="connsiteX113" fmla="*/ 3111465 w 6085831"/>
                <a:gd name="connsiteY113" fmla="*/ 421759 h 469876"/>
                <a:gd name="connsiteX114" fmla="*/ 3348437 w 6085831"/>
                <a:gd name="connsiteY114" fmla="*/ 421759 h 469876"/>
                <a:gd name="connsiteX115" fmla="*/ 3348437 w 6085831"/>
                <a:gd name="connsiteY115" fmla="*/ 465545 h 469876"/>
                <a:gd name="connsiteX116" fmla="*/ 3111465 w 6085831"/>
                <a:gd name="connsiteY116" fmla="*/ 465545 h 469876"/>
                <a:gd name="connsiteX117" fmla="*/ 3108350 w 6085831"/>
                <a:gd name="connsiteY117" fmla="*/ 465545 h 469876"/>
                <a:gd name="connsiteX118" fmla="*/ 3062719 w 6085831"/>
                <a:gd name="connsiteY118" fmla="*/ 465545 h 469876"/>
                <a:gd name="connsiteX119" fmla="*/ 2686079 w 6085831"/>
                <a:gd name="connsiteY119" fmla="*/ 4835 h 469876"/>
                <a:gd name="connsiteX120" fmla="*/ 2734825 w 6085831"/>
                <a:gd name="connsiteY120" fmla="*/ 4835 h 469876"/>
                <a:gd name="connsiteX121" fmla="*/ 2971797 w 6085831"/>
                <a:gd name="connsiteY121" fmla="*/ 4835 h 469876"/>
                <a:gd name="connsiteX122" fmla="*/ 2971797 w 6085831"/>
                <a:gd name="connsiteY122" fmla="*/ 48621 h 469876"/>
                <a:gd name="connsiteX123" fmla="*/ 2734825 w 6085831"/>
                <a:gd name="connsiteY123" fmla="*/ 48621 h 469876"/>
                <a:gd name="connsiteX124" fmla="*/ 2734825 w 6085831"/>
                <a:gd name="connsiteY124" fmla="*/ 218352 h 469876"/>
                <a:gd name="connsiteX125" fmla="*/ 2937019 w 6085831"/>
                <a:gd name="connsiteY125" fmla="*/ 218352 h 469876"/>
                <a:gd name="connsiteX126" fmla="*/ 2937019 w 6085831"/>
                <a:gd name="connsiteY126" fmla="*/ 262138 h 469876"/>
                <a:gd name="connsiteX127" fmla="*/ 2734825 w 6085831"/>
                <a:gd name="connsiteY127" fmla="*/ 262138 h 469876"/>
                <a:gd name="connsiteX128" fmla="*/ 2734825 w 6085831"/>
                <a:gd name="connsiteY128" fmla="*/ 465545 h 469876"/>
                <a:gd name="connsiteX129" fmla="*/ 2686079 w 6085831"/>
                <a:gd name="connsiteY129" fmla="*/ 465545 h 469876"/>
                <a:gd name="connsiteX130" fmla="*/ 2404270 w 6085831"/>
                <a:gd name="connsiteY130" fmla="*/ 4835 h 469876"/>
                <a:gd name="connsiteX131" fmla="*/ 2446219 w 6085831"/>
                <a:gd name="connsiteY131" fmla="*/ 4835 h 469876"/>
                <a:gd name="connsiteX132" fmla="*/ 2446220 w 6085831"/>
                <a:gd name="connsiteY132" fmla="*/ 4835 h 469876"/>
                <a:gd name="connsiteX133" fmla="*/ 2448491 w 6085831"/>
                <a:gd name="connsiteY133" fmla="*/ 11049 h 469876"/>
                <a:gd name="connsiteX134" fmla="*/ 2614619 w 6085831"/>
                <a:gd name="connsiteY134" fmla="*/ 465545 h 469876"/>
                <a:gd name="connsiteX135" fmla="*/ 2562510 w 6085831"/>
                <a:gd name="connsiteY135" fmla="*/ 465545 h 469876"/>
                <a:gd name="connsiteX136" fmla="*/ 2526047 w 6085831"/>
                <a:gd name="connsiteY136" fmla="*/ 361259 h 469876"/>
                <a:gd name="connsiteX137" fmla="*/ 2324408 w 6085831"/>
                <a:gd name="connsiteY137" fmla="*/ 361259 h 469876"/>
                <a:gd name="connsiteX138" fmla="*/ 2287458 w 6085831"/>
                <a:gd name="connsiteY138" fmla="*/ 465545 h 469876"/>
                <a:gd name="connsiteX139" fmla="*/ 2235398 w 6085831"/>
                <a:gd name="connsiteY139" fmla="*/ 465545 h 469876"/>
                <a:gd name="connsiteX140" fmla="*/ 2403683 w 6085831"/>
                <a:gd name="connsiteY140" fmla="*/ 6435 h 469876"/>
                <a:gd name="connsiteX141" fmla="*/ 1470324 w 6085831"/>
                <a:gd name="connsiteY141" fmla="*/ 4835 h 469876"/>
                <a:gd name="connsiteX142" fmla="*/ 1512273 w 6085831"/>
                <a:gd name="connsiteY142" fmla="*/ 4835 h 469876"/>
                <a:gd name="connsiteX143" fmla="*/ 1512274 w 6085831"/>
                <a:gd name="connsiteY143" fmla="*/ 4835 h 469876"/>
                <a:gd name="connsiteX144" fmla="*/ 1514545 w 6085831"/>
                <a:gd name="connsiteY144" fmla="*/ 11049 h 469876"/>
                <a:gd name="connsiteX145" fmla="*/ 1680673 w 6085831"/>
                <a:gd name="connsiteY145" fmla="*/ 465545 h 469876"/>
                <a:gd name="connsiteX146" fmla="*/ 1628564 w 6085831"/>
                <a:gd name="connsiteY146" fmla="*/ 465545 h 469876"/>
                <a:gd name="connsiteX147" fmla="*/ 1592101 w 6085831"/>
                <a:gd name="connsiteY147" fmla="*/ 361259 h 469876"/>
                <a:gd name="connsiteX148" fmla="*/ 1390462 w 6085831"/>
                <a:gd name="connsiteY148" fmla="*/ 361259 h 469876"/>
                <a:gd name="connsiteX149" fmla="*/ 1353512 w 6085831"/>
                <a:gd name="connsiteY149" fmla="*/ 465545 h 469876"/>
                <a:gd name="connsiteX150" fmla="*/ 1301452 w 6085831"/>
                <a:gd name="connsiteY150" fmla="*/ 465545 h 469876"/>
                <a:gd name="connsiteX151" fmla="*/ 1469737 w 6085831"/>
                <a:gd name="connsiteY151" fmla="*/ 6435 h 469876"/>
                <a:gd name="connsiteX152" fmla="*/ 771640 w 6085831"/>
                <a:gd name="connsiteY152" fmla="*/ 4835 h 469876"/>
                <a:gd name="connsiteX153" fmla="*/ 820386 w 6085831"/>
                <a:gd name="connsiteY153" fmla="*/ 4835 h 469876"/>
                <a:gd name="connsiteX154" fmla="*/ 954211 w 6085831"/>
                <a:gd name="connsiteY154" fmla="*/ 4835 h 469876"/>
                <a:gd name="connsiteX155" fmla="*/ 954211 w 6085831"/>
                <a:gd name="connsiteY155" fmla="*/ 5351 h 469876"/>
                <a:gd name="connsiteX156" fmla="*/ 960772 w 6085831"/>
                <a:gd name="connsiteY156" fmla="*/ 5351 h 469876"/>
                <a:gd name="connsiteX157" fmla="*/ 1084074 w 6085831"/>
                <a:gd name="connsiteY157" fmla="*/ 128653 h 469876"/>
                <a:gd name="connsiteX158" fmla="*/ 1084074 w 6085831"/>
                <a:gd name="connsiteY158" fmla="*/ 136815 h 469876"/>
                <a:gd name="connsiteX159" fmla="*/ 988021 w 6085831"/>
                <a:gd name="connsiteY159" fmla="*/ 255289 h 469876"/>
                <a:gd name="connsiteX160" fmla="*/ 983914 w 6085831"/>
                <a:gd name="connsiteY160" fmla="*/ 255851 h 469876"/>
                <a:gd name="connsiteX161" fmla="*/ 1094154 w 6085831"/>
                <a:gd name="connsiteY161" fmla="*/ 465545 h 469876"/>
                <a:gd name="connsiteX162" fmla="*/ 1035892 w 6085831"/>
                <a:gd name="connsiteY162" fmla="*/ 465545 h 469876"/>
                <a:gd name="connsiteX163" fmla="*/ 931513 w 6085831"/>
                <a:gd name="connsiteY163" fmla="*/ 261330 h 469876"/>
                <a:gd name="connsiteX164" fmla="*/ 820386 w 6085831"/>
                <a:gd name="connsiteY164" fmla="*/ 261330 h 469876"/>
                <a:gd name="connsiteX165" fmla="*/ 820386 w 6085831"/>
                <a:gd name="connsiteY165" fmla="*/ 465545 h 469876"/>
                <a:gd name="connsiteX166" fmla="*/ 771640 w 6085831"/>
                <a:gd name="connsiteY166" fmla="*/ 465545 h 469876"/>
                <a:gd name="connsiteX167" fmla="*/ 0 w 6085831"/>
                <a:gd name="connsiteY167" fmla="*/ 4835 h 469876"/>
                <a:gd name="connsiteX168" fmla="*/ 48746 w 6085831"/>
                <a:gd name="connsiteY168" fmla="*/ 4835 h 469876"/>
                <a:gd name="connsiteX169" fmla="*/ 285718 w 6085831"/>
                <a:gd name="connsiteY169" fmla="*/ 4835 h 469876"/>
                <a:gd name="connsiteX170" fmla="*/ 285718 w 6085831"/>
                <a:gd name="connsiteY170" fmla="*/ 48621 h 469876"/>
                <a:gd name="connsiteX171" fmla="*/ 48746 w 6085831"/>
                <a:gd name="connsiteY171" fmla="*/ 48621 h 469876"/>
                <a:gd name="connsiteX172" fmla="*/ 48746 w 6085831"/>
                <a:gd name="connsiteY172" fmla="*/ 218352 h 469876"/>
                <a:gd name="connsiteX173" fmla="*/ 250940 w 6085831"/>
                <a:gd name="connsiteY173" fmla="*/ 218352 h 469876"/>
                <a:gd name="connsiteX174" fmla="*/ 250940 w 6085831"/>
                <a:gd name="connsiteY174" fmla="*/ 262138 h 469876"/>
                <a:gd name="connsiteX175" fmla="*/ 48746 w 6085831"/>
                <a:gd name="connsiteY175" fmla="*/ 262138 h 469876"/>
                <a:gd name="connsiteX176" fmla="*/ 48746 w 6085831"/>
                <a:gd name="connsiteY176" fmla="*/ 465545 h 469876"/>
                <a:gd name="connsiteX177" fmla="*/ 0 w 6085831"/>
                <a:gd name="connsiteY177" fmla="*/ 465545 h 469876"/>
                <a:gd name="connsiteX178" fmla="*/ 3958459 w 6085831"/>
                <a:gd name="connsiteY178" fmla="*/ 4745 h 469876"/>
                <a:gd name="connsiteX179" fmla="*/ 4010427 w 6085831"/>
                <a:gd name="connsiteY179" fmla="*/ 4745 h 469876"/>
                <a:gd name="connsiteX180" fmla="*/ 4101179 w 6085831"/>
                <a:gd name="connsiteY180" fmla="*/ 373571 h 469876"/>
                <a:gd name="connsiteX181" fmla="*/ 4193451 w 6085831"/>
                <a:gd name="connsiteY181" fmla="*/ 38549 h 469876"/>
                <a:gd name="connsiteX182" fmla="*/ 4201593 w 6085831"/>
                <a:gd name="connsiteY182" fmla="*/ 8980 h 469876"/>
                <a:gd name="connsiteX183" fmla="*/ 4202755 w 6085831"/>
                <a:gd name="connsiteY183" fmla="*/ 4761 h 469876"/>
                <a:gd name="connsiteX184" fmla="*/ 4235167 w 6085831"/>
                <a:gd name="connsiteY184" fmla="*/ 4761 h 469876"/>
                <a:gd name="connsiteX185" fmla="*/ 4240517 w 6085831"/>
                <a:gd name="connsiteY185" fmla="*/ 4761 h 469876"/>
                <a:gd name="connsiteX186" fmla="*/ 4246787 w 6085831"/>
                <a:gd name="connsiteY186" fmla="*/ 4761 h 469876"/>
                <a:gd name="connsiteX187" fmla="*/ 4248741 w 6085831"/>
                <a:gd name="connsiteY187" fmla="*/ 11859 h 469876"/>
                <a:gd name="connsiteX188" fmla="*/ 4248477 w 6085831"/>
                <a:gd name="connsiteY188" fmla="*/ 12799 h 469876"/>
                <a:gd name="connsiteX189" fmla="*/ 4255569 w 6085831"/>
                <a:gd name="connsiteY189" fmla="*/ 38549 h 469876"/>
                <a:gd name="connsiteX190" fmla="*/ 4347627 w 6085831"/>
                <a:gd name="connsiteY190" fmla="*/ 372791 h 469876"/>
                <a:gd name="connsiteX191" fmla="*/ 4438187 w 6085831"/>
                <a:gd name="connsiteY191" fmla="*/ 4745 h 469876"/>
                <a:gd name="connsiteX192" fmla="*/ 4490153 w 6085831"/>
                <a:gd name="connsiteY192" fmla="*/ 4745 h 469876"/>
                <a:gd name="connsiteX193" fmla="*/ 4372511 w 6085831"/>
                <a:gd name="connsiteY193" fmla="*/ 463141 h 469876"/>
                <a:gd name="connsiteX194" fmla="*/ 4373173 w 6085831"/>
                <a:gd name="connsiteY194" fmla="*/ 465545 h 469876"/>
                <a:gd name="connsiteX195" fmla="*/ 4326895 w 6085831"/>
                <a:gd name="connsiteY195" fmla="*/ 465545 h 469876"/>
                <a:gd name="connsiteX196" fmla="*/ 4324805 w 6085831"/>
                <a:gd name="connsiteY196" fmla="*/ 465545 h 469876"/>
                <a:gd name="connsiteX197" fmla="*/ 4325783 w 6085831"/>
                <a:gd name="connsiteY197" fmla="*/ 461570 h 469876"/>
                <a:gd name="connsiteX198" fmla="*/ 4296003 w 6085831"/>
                <a:gd name="connsiteY198" fmla="*/ 355117 h 469876"/>
                <a:gd name="connsiteX199" fmla="*/ 4247059 w 6085831"/>
                <a:gd name="connsiteY199" fmla="*/ 179343 h 469876"/>
                <a:gd name="connsiteX200" fmla="*/ 4224443 w 6085831"/>
                <a:gd name="connsiteY200" fmla="*/ 98394 h 469876"/>
                <a:gd name="connsiteX201" fmla="*/ 4122661 w 6085831"/>
                <a:gd name="connsiteY201" fmla="*/ 460881 h 469876"/>
                <a:gd name="connsiteX202" fmla="*/ 4123809 w 6085831"/>
                <a:gd name="connsiteY202" fmla="*/ 465545 h 469876"/>
                <a:gd name="connsiteX203" fmla="*/ 4121351 w 6085831"/>
                <a:gd name="connsiteY203" fmla="*/ 465545 h 469876"/>
                <a:gd name="connsiteX204" fmla="*/ 4075847 w 6085831"/>
                <a:gd name="connsiteY204" fmla="*/ 465545 h 469876"/>
                <a:gd name="connsiteX205" fmla="*/ 4076299 w 6085831"/>
                <a:gd name="connsiteY205" fmla="*/ 463905 h 469876"/>
                <a:gd name="connsiteX206" fmla="*/ 2041154 w 6085831"/>
                <a:gd name="connsiteY206" fmla="*/ 606 h 469876"/>
                <a:gd name="connsiteX207" fmla="*/ 2088613 w 6085831"/>
                <a:gd name="connsiteY207" fmla="*/ 4631 h 469876"/>
                <a:gd name="connsiteX208" fmla="*/ 2179456 w 6085831"/>
                <a:gd name="connsiteY208" fmla="*/ 51753 h 469876"/>
                <a:gd name="connsiteX209" fmla="*/ 2149031 w 6085831"/>
                <a:gd name="connsiteY209" fmla="*/ 82816 h 469876"/>
                <a:gd name="connsiteX210" fmla="*/ 2089902 w 6085831"/>
                <a:gd name="connsiteY210" fmla="*/ 49338 h 469876"/>
                <a:gd name="connsiteX211" fmla="*/ 2010356 w 6085831"/>
                <a:gd name="connsiteY211" fmla="*/ 47271 h 469876"/>
                <a:gd name="connsiteX212" fmla="*/ 1945875 w 6085831"/>
                <a:gd name="connsiteY212" fmla="*/ 109092 h 469876"/>
                <a:gd name="connsiteX213" fmla="*/ 1961254 w 6085831"/>
                <a:gd name="connsiteY213" fmla="*/ 179474 h 469876"/>
                <a:gd name="connsiteX214" fmla="*/ 2016102 w 6085831"/>
                <a:gd name="connsiteY214" fmla="*/ 205119 h 469876"/>
                <a:gd name="connsiteX215" fmla="*/ 2097538 w 6085831"/>
                <a:gd name="connsiteY215" fmla="*/ 218369 h 469876"/>
                <a:gd name="connsiteX216" fmla="*/ 2199589 w 6085831"/>
                <a:gd name="connsiteY216" fmla="*/ 323221 h 469876"/>
                <a:gd name="connsiteX217" fmla="*/ 2175544 w 6085831"/>
                <a:gd name="connsiteY217" fmla="*/ 415287 h 469876"/>
                <a:gd name="connsiteX218" fmla="*/ 2093197 w 6085831"/>
                <a:gd name="connsiteY218" fmla="*/ 463679 h 469876"/>
                <a:gd name="connsiteX219" fmla="*/ 1970071 w 6085831"/>
                <a:gd name="connsiteY219" fmla="*/ 460977 h 469876"/>
                <a:gd name="connsiteX220" fmla="*/ 1883810 w 6085831"/>
                <a:gd name="connsiteY220" fmla="*/ 408031 h 469876"/>
                <a:gd name="connsiteX221" fmla="*/ 1916305 w 6085831"/>
                <a:gd name="connsiteY221" fmla="*/ 375403 h 469876"/>
                <a:gd name="connsiteX222" fmla="*/ 1978754 w 6085831"/>
                <a:gd name="connsiteY222" fmla="*/ 415726 h 469876"/>
                <a:gd name="connsiteX223" fmla="*/ 2086063 w 6085831"/>
                <a:gd name="connsiteY223" fmla="*/ 420630 h 469876"/>
                <a:gd name="connsiteX224" fmla="*/ 2150946 w 6085831"/>
                <a:gd name="connsiteY224" fmla="*/ 338373 h 469876"/>
                <a:gd name="connsiteX225" fmla="*/ 2001684 w 6085831"/>
                <a:gd name="connsiteY225" fmla="*/ 249873 h 469876"/>
                <a:gd name="connsiteX226" fmla="*/ 1923956 w 6085831"/>
                <a:gd name="connsiteY226" fmla="*/ 211548 h 469876"/>
                <a:gd name="connsiteX227" fmla="*/ 1897264 w 6085831"/>
                <a:gd name="connsiteY227" fmla="*/ 108203 h 469876"/>
                <a:gd name="connsiteX228" fmla="*/ 1947105 w 6085831"/>
                <a:gd name="connsiteY228" fmla="*/ 27960 h 469876"/>
                <a:gd name="connsiteX229" fmla="*/ 1998192 w 6085831"/>
                <a:gd name="connsiteY229" fmla="*/ 5339 h 469876"/>
                <a:gd name="connsiteX230" fmla="*/ 2041154 w 6085831"/>
                <a:gd name="connsiteY230" fmla="*/ 606 h 469876"/>
                <a:gd name="connsiteX231" fmla="*/ 4707063 w 6085831"/>
                <a:gd name="connsiteY231" fmla="*/ 0 h 469876"/>
                <a:gd name="connsiteX232" fmla="*/ 4717387 w 6085831"/>
                <a:gd name="connsiteY232" fmla="*/ 0 h 469876"/>
                <a:gd name="connsiteX233" fmla="*/ 4873343 w 6085831"/>
                <a:gd name="connsiteY233" fmla="*/ 155956 h 469876"/>
                <a:gd name="connsiteX234" fmla="*/ 4873343 w 6085831"/>
                <a:gd name="connsiteY234" fmla="*/ 312596 h 469876"/>
                <a:gd name="connsiteX235" fmla="*/ 4717387 w 6085831"/>
                <a:gd name="connsiteY235" fmla="*/ 468552 h 469876"/>
                <a:gd name="connsiteX236" fmla="*/ 4707063 w 6085831"/>
                <a:gd name="connsiteY236" fmla="*/ 468552 h 469876"/>
                <a:gd name="connsiteX237" fmla="*/ 4551107 w 6085831"/>
                <a:gd name="connsiteY237" fmla="*/ 312596 h 469876"/>
                <a:gd name="connsiteX238" fmla="*/ 4551645 w 6085831"/>
                <a:gd name="connsiteY238" fmla="*/ 164044 h 469876"/>
                <a:gd name="connsiteX239" fmla="*/ 4707063 w 6085831"/>
                <a:gd name="connsiteY239" fmla="*/ 0 h 469876"/>
                <a:gd name="connsiteX240" fmla="*/ 496236 w 6085831"/>
                <a:gd name="connsiteY240" fmla="*/ 0 h 469876"/>
                <a:gd name="connsiteX241" fmla="*/ 506560 w 6085831"/>
                <a:gd name="connsiteY241" fmla="*/ 0 h 469876"/>
                <a:gd name="connsiteX242" fmla="*/ 662516 w 6085831"/>
                <a:gd name="connsiteY242" fmla="*/ 155956 h 469876"/>
                <a:gd name="connsiteX243" fmla="*/ 662516 w 6085831"/>
                <a:gd name="connsiteY243" fmla="*/ 312596 h 469876"/>
                <a:gd name="connsiteX244" fmla="*/ 506560 w 6085831"/>
                <a:gd name="connsiteY244" fmla="*/ 468552 h 469876"/>
                <a:gd name="connsiteX245" fmla="*/ 496236 w 6085831"/>
                <a:gd name="connsiteY245" fmla="*/ 468552 h 469876"/>
                <a:gd name="connsiteX246" fmla="*/ 340280 w 6085831"/>
                <a:gd name="connsiteY246" fmla="*/ 312596 h 469876"/>
                <a:gd name="connsiteX247" fmla="*/ 340819 w 6085831"/>
                <a:gd name="connsiteY247" fmla="*/ 164044 h 469876"/>
                <a:gd name="connsiteX248" fmla="*/ 496236 w 6085831"/>
                <a:gd name="connsiteY248" fmla="*/ 0 h 469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6085831" h="469876">
                  <a:moveTo>
                    <a:pt x="2425896" y="74820"/>
                  </a:moveTo>
                  <a:lnTo>
                    <a:pt x="2339468" y="318752"/>
                  </a:lnTo>
                  <a:lnTo>
                    <a:pt x="2511185" y="318752"/>
                  </a:lnTo>
                  <a:close/>
                  <a:moveTo>
                    <a:pt x="1491950" y="74820"/>
                  </a:moveTo>
                  <a:lnTo>
                    <a:pt x="1405522" y="318752"/>
                  </a:lnTo>
                  <a:lnTo>
                    <a:pt x="1577239" y="318752"/>
                  </a:lnTo>
                  <a:close/>
                  <a:moveTo>
                    <a:pt x="5814145" y="48622"/>
                  </a:moveTo>
                  <a:lnTo>
                    <a:pt x="5814145" y="421761"/>
                  </a:lnTo>
                  <a:lnTo>
                    <a:pt x="5928889" y="421761"/>
                  </a:lnTo>
                  <a:lnTo>
                    <a:pt x="5928889" y="421924"/>
                  </a:lnTo>
                  <a:lnTo>
                    <a:pt x="5935065" y="421240"/>
                  </a:lnTo>
                  <a:cubicBezTo>
                    <a:pt x="6036023" y="403938"/>
                    <a:pt x="6035423" y="328093"/>
                    <a:pt x="6035423" y="246113"/>
                  </a:cubicBezTo>
                  <a:lnTo>
                    <a:pt x="6035423" y="234744"/>
                  </a:lnTo>
                  <a:cubicBezTo>
                    <a:pt x="6035423" y="150563"/>
                    <a:pt x="6039259" y="62658"/>
                    <a:pt x="5935873" y="49835"/>
                  </a:cubicBezTo>
                  <a:lnTo>
                    <a:pt x="5928277" y="48622"/>
                  </a:lnTo>
                  <a:close/>
                  <a:moveTo>
                    <a:pt x="5024863" y="48621"/>
                  </a:moveTo>
                  <a:lnTo>
                    <a:pt x="5024863" y="217544"/>
                  </a:lnTo>
                  <a:lnTo>
                    <a:pt x="5158687" y="217544"/>
                  </a:lnTo>
                  <a:lnTo>
                    <a:pt x="5159459" y="217544"/>
                  </a:lnTo>
                  <a:cubicBezTo>
                    <a:pt x="5211083" y="212692"/>
                    <a:pt x="5240811" y="180942"/>
                    <a:pt x="5240811" y="135790"/>
                  </a:cubicBezTo>
                  <a:lnTo>
                    <a:pt x="5240003" y="129973"/>
                  </a:lnTo>
                  <a:cubicBezTo>
                    <a:pt x="5240003" y="83609"/>
                    <a:pt x="5207039" y="51452"/>
                    <a:pt x="5159459" y="48621"/>
                  </a:cubicBezTo>
                  <a:lnTo>
                    <a:pt x="5155393" y="48621"/>
                  </a:lnTo>
                  <a:close/>
                  <a:moveTo>
                    <a:pt x="3483477" y="48621"/>
                  </a:moveTo>
                  <a:lnTo>
                    <a:pt x="3483477" y="217544"/>
                  </a:lnTo>
                  <a:lnTo>
                    <a:pt x="3617301" y="217544"/>
                  </a:lnTo>
                  <a:lnTo>
                    <a:pt x="3618073" y="217544"/>
                  </a:lnTo>
                  <a:cubicBezTo>
                    <a:pt x="3669697" y="212692"/>
                    <a:pt x="3699425" y="180942"/>
                    <a:pt x="3699425" y="135790"/>
                  </a:cubicBezTo>
                  <a:lnTo>
                    <a:pt x="3698617" y="129973"/>
                  </a:lnTo>
                  <a:cubicBezTo>
                    <a:pt x="3698617" y="83609"/>
                    <a:pt x="3665653" y="51452"/>
                    <a:pt x="3618073" y="48621"/>
                  </a:cubicBezTo>
                  <a:lnTo>
                    <a:pt x="3614007" y="48621"/>
                  </a:lnTo>
                  <a:close/>
                  <a:moveTo>
                    <a:pt x="820386" y="48621"/>
                  </a:moveTo>
                  <a:lnTo>
                    <a:pt x="820386" y="217544"/>
                  </a:lnTo>
                  <a:lnTo>
                    <a:pt x="954211" y="217544"/>
                  </a:lnTo>
                  <a:lnTo>
                    <a:pt x="954984" y="217544"/>
                  </a:lnTo>
                  <a:cubicBezTo>
                    <a:pt x="1006606" y="212692"/>
                    <a:pt x="1036335" y="180942"/>
                    <a:pt x="1036335" y="135790"/>
                  </a:cubicBezTo>
                  <a:lnTo>
                    <a:pt x="1035526" y="129973"/>
                  </a:lnTo>
                  <a:cubicBezTo>
                    <a:pt x="1035526" y="83609"/>
                    <a:pt x="1002562" y="51452"/>
                    <a:pt x="954984" y="48621"/>
                  </a:cubicBezTo>
                  <a:lnTo>
                    <a:pt x="950917" y="48621"/>
                  </a:lnTo>
                  <a:close/>
                  <a:moveTo>
                    <a:pt x="4712731" y="43899"/>
                  </a:moveTo>
                  <a:cubicBezTo>
                    <a:pt x="4673617" y="44079"/>
                    <a:pt x="4603481" y="64364"/>
                    <a:pt x="4601863" y="167169"/>
                  </a:cubicBezTo>
                  <a:cubicBezTo>
                    <a:pt x="4601503" y="215577"/>
                    <a:pt x="4601683" y="257515"/>
                    <a:pt x="4601323" y="305923"/>
                  </a:cubicBezTo>
                  <a:cubicBezTo>
                    <a:pt x="4602401" y="379611"/>
                    <a:pt x="4650905" y="424339"/>
                    <a:pt x="4712731" y="424339"/>
                  </a:cubicBezTo>
                  <a:cubicBezTo>
                    <a:pt x="4774557" y="424339"/>
                    <a:pt x="4822913" y="382394"/>
                    <a:pt x="4824677" y="297835"/>
                  </a:cubicBezTo>
                  <a:cubicBezTo>
                    <a:pt x="4825593" y="253928"/>
                    <a:pt x="4823747" y="210006"/>
                    <a:pt x="4823599" y="166090"/>
                  </a:cubicBezTo>
                  <a:cubicBezTo>
                    <a:pt x="4823273" y="69849"/>
                    <a:pt x="4751843" y="43720"/>
                    <a:pt x="4712731" y="43899"/>
                  </a:cubicBezTo>
                  <a:close/>
                  <a:moveTo>
                    <a:pt x="501904" y="43899"/>
                  </a:moveTo>
                  <a:cubicBezTo>
                    <a:pt x="462792" y="44079"/>
                    <a:pt x="392654" y="64364"/>
                    <a:pt x="391037" y="167169"/>
                  </a:cubicBezTo>
                  <a:cubicBezTo>
                    <a:pt x="390677" y="215577"/>
                    <a:pt x="390857" y="257515"/>
                    <a:pt x="390497" y="305923"/>
                  </a:cubicBezTo>
                  <a:cubicBezTo>
                    <a:pt x="391576" y="379611"/>
                    <a:pt x="440078" y="424339"/>
                    <a:pt x="501904" y="424339"/>
                  </a:cubicBezTo>
                  <a:cubicBezTo>
                    <a:pt x="563730" y="424339"/>
                    <a:pt x="612087" y="382394"/>
                    <a:pt x="613850" y="297835"/>
                  </a:cubicBezTo>
                  <a:cubicBezTo>
                    <a:pt x="614766" y="253928"/>
                    <a:pt x="612921" y="210006"/>
                    <a:pt x="612772" y="166090"/>
                  </a:cubicBezTo>
                  <a:cubicBezTo>
                    <a:pt x="612447" y="69849"/>
                    <a:pt x="541017" y="43720"/>
                    <a:pt x="501904" y="43899"/>
                  </a:cubicBezTo>
                  <a:close/>
                  <a:moveTo>
                    <a:pt x="5765399" y="4836"/>
                  </a:moveTo>
                  <a:lnTo>
                    <a:pt x="5814145" y="4836"/>
                  </a:lnTo>
                  <a:lnTo>
                    <a:pt x="5928889" y="4836"/>
                  </a:lnTo>
                  <a:lnTo>
                    <a:pt x="5938427" y="4836"/>
                  </a:lnTo>
                  <a:cubicBezTo>
                    <a:pt x="6059499" y="14201"/>
                    <a:pt x="6092463" y="104258"/>
                    <a:pt x="6084779" y="232346"/>
                  </a:cubicBezTo>
                  <a:lnTo>
                    <a:pt x="6084779" y="247167"/>
                  </a:lnTo>
                  <a:cubicBezTo>
                    <a:pt x="6084779" y="370807"/>
                    <a:pt x="6065971" y="449360"/>
                    <a:pt x="5939237" y="465195"/>
                  </a:cubicBezTo>
                  <a:lnTo>
                    <a:pt x="5928889" y="465537"/>
                  </a:lnTo>
                  <a:lnTo>
                    <a:pt x="5928889" y="465547"/>
                  </a:lnTo>
                  <a:lnTo>
                    <a:pt x="5928579" y="465547"/>
                  </a:lnTo>
                  <a:lnTo>
                    <a:pt x="5928573" y="465547"/>
                  </a:lnTo>
                  <a:lnTo>
                    <a:pt x="5814145" y="465547"/>
                  </a:lnTo>
                  <a:lnTo>
                    <a:pt x="5765399" y="465547"/>
                  </a:lnTo>
                  <a:close/>
                  <a:moveTo>
                    <a:pt x="5391729" y="4835"/>
                  </a:moveTo>
                  <a:lnTo>
                    <a:pt x="5440475" y="4835"/>
                  </a:lnTo>
                  <a:lnTo>
                    <a:pt x="5440475" y="421759"/>
                  </a:lnTo>
                  <a:lnTo>
                    <a:pt x="5674681" y="421759"/>
                  </a:lnTo>
                  <a:lnTo>
                    <a:pt x="5674681" y="465545"/>
                  </a:lnTo>
                  <a:lnTo>
                    <a:pt x="5440475" y="465545"/>
                  </a:lnTo>
                  <a:lnTo>
                    <a:pt x="5434593" y="465545"/>
                  </a:lnTo>
                  <a:lnTo>
                    <a:pt x="5391729" y="465545"/>
                  </a:lnTo>
                  <a:close/>
                  <a:moveTo>
                    <a:pt x="4976117" y="4835"/>
                  </a:moveTo>
                  <a:lnTo>
                    <a:pt x="5024863" y="4835"/>
                  </a:lnTo>
                  <a:lnTo>
                    <a:pt x="5158687" y="4835"/>
                  </a:lnTo>
                  <a:lnTo>
                    <a:pt x="5158687" y="5351"/>
                  </a:lnTo>
                  <a:lnTo>
                    <a:pt x="5165249" y="5351"/>
                  </a:lnTo>
                  <a:cubicBezTo>
                    <a:pt x="5240221" y="9395"/>
                    <a:pt x="5288551" y="60555"/>
                    <a:pt x="5288551" y="128653"/>
                  </a:cubicBezTo>
                  <a:lnTo>
                    <a:pt x="5288551" y="136815"/>
                  </a:lnTo>
                  <a:cubicBezTo>
                    <a:pt x="5288551" y="196401"/>
                    <a:pt x="5251239" y="242089"/>
                    <a:pt x="5192497" y="255289"/>
                  </a:cubicBezTo>
                  <a:lnTo>
                    <a:pt x="5188391" y="255851"/>
                  </a:lnTo>
                  <a:lnTo>
                    <a:pt x="5298631" y="465545"/>
                  </a:lnTo>
                  <a:lnTo>
                    <a:pt x="5240369" y="465545"/>
                  </a:lnTo>
                  <a:lnTo>
                    <a:pt x="5135989" y="261330"/>
                  </a:lnTo>
                  <a:lnTo>
                    <a:pt x="5024863" y="261330"/>
                  </a:lnTo>
                  <a:lnTo>
                    <a:pt x="5024863" y="465545"/>
                  </a:lnTo>
                  <a:lnTo>
                    <a:pt x="4976117" y="465545"/>
                  </a:lnTo>
                  <a:close/>
                  <a:moveTo>
                    <a:pt x="3434731" y="4835"/>
                  </a:moveTo>
                  <a:lnTo>
                    <a:pt x="3483477" y="4835"/>
                  </a:lnTo>
                  <a:lnTo>
                    <a:pt x="3617301" y="4835"/>
                  </a:lnTo>
                  <a:lnTo>
                    <a:pt x="3617301" y="5351"/>
                  </a:lnTo>
                  <a:lnTo>
                    <a:pt x="3623863" y="5351"/>
                  </a:lnTo>
                  <a:cubicBezTo>
                    <a:pt x="3698835" y="9395"/>
                    <a:pt x="3747165" y="60555"/>
                    <a:pt x="3747165" y="128653"/>
                  </a:cubicBezTo>
                  <a:lnTo>
                    <a:pt x="3747165" y="136815"/>
                  </a:lnTo>
                  <a:cubicBezTo>
                    <a:pt x="3747165" y="196401"/>
                    <a:pt x="3709853" y="242089"/>
                    <a:pt x="3651111" y="255289"/>
                  </a:cubicBezTo>
                  <a:lnTo>
                    <a:pt x="3647005" y="255851"/>
                  </a:lnTo>
                  <a:lnTo>
                    <a:pt x="3757245" y="465545"/>
                  </a:lnTo>
                  <a:lnTo>
                    <a:pt x="3698983" y="465545"/>
                  </a:lnTo>
                  <a:lnTo>
                    <a:pt x="3594603" y="261330"/>
                  </a:lnTo>
                  <a:lnTo>
                    <a:pt x="3483477" y="261330"/>
                  </a:lnTo>
                  <a:lnTo>
                    <a:pt x="3483477" y="465545"/>
                  </a:lnTo>
                  <a:lnTo>
                    <a:pt x="3434731" y="465545"/>
                  </a:lnTo>
                  <a:close/>
                  <a:moveTo>
                    <a:pt x="3062719" y="4835"/>
                  </a:moveTo>
                  <a:lnTo>
                    <a:pt x="3111465" y="4835"/>
                  </a:lnTo>
                  <a:lnTo>
                    <a:pt x="3348437" y="4835"/>
                  </a:lnTo>
                  <a:lnTo>
                    <a:pt x="3348437" y="48621"/>
                  </a:lnTo>
                  <a:lnTo>
                    <a:pt x="3111465" y="48621"/>
                  </a:lnTo>
                  <a:lnTo>
                    <a:pt x="3111465" y="211054"/>
                  </a:lnTo>
                  <a:lnTo>
                    <a:pt x="3313659" y="211054"/>
                  </a:lnTo>
                  <a:lnTo>
                    <a:pt x="3313659" y="254840"/>
                  </a:lnTo>
                  <a:lnTo>
                    <a:pt x="3111465" y="254840"/>
                  </a:lnTo>
                  <a:lnTo>
                    <a:pt x="3111465" y="421759"/>
                  </a:lnTo>
                  <a:lnTo>
                    <a:pt x="3348437" y="421759"/>
                  </a:lnTo>
                  <a:lnTo>
                    <a:pt x="3348437" y="465545"/>
                  </a:lnTo>
                  <a:lnTo>
                    <a:pt x="3111465" y="465545"/>
                  </a:lnTo>
                  <a:lnTo>
                    <a:pt x="3108350" y="465545"/>
                  </a:lnTo>
                  <a:lnTo>
                    <a:pt x="3062719" y="465545"/>
                  </a:lnTo>
                  <a:close/>
                  <a:moveTo>
                    <a:pt x="2686079" y="4835"/>
                  </a:moveTo>
                  <a:lnTo>
                    <a:pt x="2734825" y="4835"/>
                  </a:lnTo>
                  <a:lnTo>
                    <a:pt x="2971797" y="4835"/>
                  </a:lnTo>
                  <a:lnTo>
                    <a:pt x="2971797" y="48621"/>
                  </a:lnTo>
                  <a:lnTo>
                    <a:pt x="2734825" y="48621"/>
                  </a:lnTo>
                  <a:lnTo>
                    <a:pt x="2734825" y="218352"/>
                  </a:lnTo>
                  <a:lnTo>
                    <a:pt x="2937019" y="218352"/>
                  </a:lnTo>
                  <a:lnTo>
                    <a:pt x="2937019" y="262138"/>
                  </a:lnTo>
                  <a:lnTo>
                    <a:pt x="2734825" y="262138"/>
                  </a:lnTo>
                  <a:lnTo>
                    <a:pt x="2734825" y="465545"/>
                  </a:lnTo>
                  <a:lnTo>
                    <a:pt x="2686079" y="465545"/>
                  </a:lnTo>
                  <a:close/>
                  <a:moveTo>
                    <a:pt x="2404270" y="4835"/>
                  </a:moveTo>
                  <a:lnTo>
                    <a:pt x="2446219" y="4835"/>
                  </a:lnTo>
                  <a:lnTo>
                    <a:pt x="2446220" y="4835"/>
                  </a:lnTo>
                  <a:lnTo>
                    <a:pt x="2448491" y="11049"/>
                  </a:lnTo>
                  <a:lnTo>
                    <a:pt x="2614619" y="465545"/>
                  </a:lnTo>
                  <a:lnTo>
                    <a:pt x="2562510" y="465545"/>
                  </a:lnTo>
                  <a:lnTo>
                    <a:pt x="2526047" y="361259"/>
                  </a:lnTo>
                  <a:lnTo>
                    <a:pt x="2324408" y="361259"/>
                  </a:lnTo>
                  <a:lnTo>
                    <a:pt x="2287458" y="465545"/>
                  </a:lnTo>
                  <a:lnTo>
                    <a:pt x="2235398" y="465545"/>
                  </a:lnTo>
                  <a:lnTo>
                    <a:pt x="2403683" y="6435"/>
                  </a:lnTo>
                  <a:close/>
                  <a:moveTo>
                    <a:pt x="1470324" y="4835"/>
                  </a:moveTo>
                  <a:lnTo>
                    <a:pt x="1512273" y="4835"/>
                  </a:lnTo>
                  <a:lnTo>
                    <a:pt x="1512274" y="4835"/>
                  </a:lnTo>
                  <a:lnTo>
                    <a:pt x="1514545" y="11049"/>
                  </a:lnTo>
                  <a:lnTo>
                    <a:pt x="1680673" y="465545"/>
                  </a:lnTo>
                  <a:lnTo>
                    <a:pt x="1628564" y="465545"/>
                  </a:lnTo>
                  <a:lnTo>
                    <a:pt x="1592101" y="361259"/>
                  </a:lnTo>
                  <a:lnTo>
                    <a:pt x="1390462" y="361259"/>
                  </a:lnTo>
                  <a:lnTo>
                    <a:pt x="1353512" y="465545"/>
                  </a:lnTo>
                  <a:lnTo>
                    <a:pt x="1301452" y="465545"/>
                  </a:lnTo>
                  <a:lnTo>
                    <a:pt x="1469737" y="6435"/>
                  </a:lnTo>
                  <a:close/>
                  <a:moveTo>
                    <a:pt x="771640" y="4835"/>
                  </a:moveTo>
                  <a:lnTo>
                    <a:pt x="820386" y="4835"/>
                  </a:lnTo>
                  <a:lnTo>
                    <a:pt x="954211" y="4835"/>
                  </a:lnTo>
                  <a:lnTo>
                    <a:pt x="954211" y="5351"/>
                  </a:lnTo>
                  <a:lnTo>
                    <a:pt x="960772" y="5351"/>
                  </a:lnTo>
                  <a:cubicBezTo>
                    <a:pt x="1035745" y="9395"/>
                    <a:pt x="1084074" y="60555"/>
                    <a:pt x="1084074" y="128653"/>
                  </a:cubicBezTo>
                  <a:lnTo>
                    <a:pt x="1084074" y="136815"/>
                  </a:lnTo>
                  <a:cubicBezTo>
                    <a:pt x="1084074" y="196401"/>
                    <a:pt x="1046762" y="242089"/>
                    <a:pt x="988021" y="255289"/>
                  </a:cubicBezTo>
                  <a:lnTo>
                    <a:pt x="983914" y="255851"/>
                  </a:lnTo>
                  <a:lnTo>
                    <a:pt x="1094154" y="465545"/>
                  </a:lnTo>
                  <a:lnTo>
                    <a:pt x="1035892" y="465545"/>
                  </a:lnTo>
                  <a:lnTo>
                    <a:pt x="931513" y="261330"/>
                  </a:lnTo>
                  <a:lnTo>
                    <a:pt x="820386" y="261330"/>
                  </a:lnTo>
                  <a:lnTo>
                    <a:pt x="820386" y="465545"/>
                  </a:lnTo>
                  <a:lnTo>
                    <a:pt x="771640" y="465545"/>
                  </a:lnTo>
                  <a:close/>
                  <a:moveTo>
                    <a:pt x="0" y="4835"/>
                  </a:moveTo>
                  <a:lnTo>
                    <a:pt x="48746" y="4835"/>
                  </a:lnTo>
                  <a:lnTo>
                    <a:pt x="285718" y="4835"/>
                  </a:lnTo>
                  <a:lnTo>
                    <a:pt x="285718" y="48621"/>
                  </a:lnTo>
                  <a:lnTo>
                    <a:pt x="48746" y="48621"/>
                  </a:lnTo>
                  <a:lnTo>
                    <a:pt x="48746" y="218352"/>
                  </a:lnTo>
                  <a:lnTo>
                    <a:pt x="250940" y="218352"/>
                  </a:lnTo>
                  <a:lnTo>
                    <a:pt x="250940" y="262138"/>
                  </a:lnTo>
                  <a:lnTo>
                    <a:pt x="48746" y="262138"/>
                  </a:lnTo>
                  <a:lnTo>
                    <a:pt x="48746" y="465545"/>
                  </a:lnTo>
                  <a:lnTo>
                    <a:pt x="0" y="465545"/>
                  </a:lnTo>
                  <a:close/>
                  <a:moveTo>
                    <a:pt x="3958459" y="4745"/>
                  </a:moveTo>
                  <a:lnTo>
                    <a:pt x="4010427" y="4745"/>
                  </a:lnTo>
                  <a:lnTo>
                    <a:pt x="4101179" y="373571"/>
                  </a:lnTo>
                  <a:lnTo>
                    <a:pt x="4193451" y="38549"/>
                  </a:lnTo>
                  <a:lnTo>
                    <a:pt x="4201593" y="8980"/>
                  </a:lnTo>
                  <a:lnTo>
                    <a:pt x="4202755" y="4761"/>
                  </a:lnTo>
                  <a:lnTo>
                    <a:pt x="4235167" y="4761"/>
                  </a:lnTo>
                  <a:lnTo>
                    <a:pt x="4240517" y="4761"/>
                  </a:lnTo>
                  <a:lnTo>
                    <a:pt x="4246787" y="4761"/>
                  </a:lnTo>
                  <a:lnTo>
                    <a:pt x="4248741" y="11859"/>
                  </a:lnTo>
                  <a:lnTo>
                    <a:pt x="4248477" y="12799"/>
                  </a:lnTo>
                  <a:lnTo>
                    <a:pt x="4255569" y="38549"/>
                  </a:lnTo>
                  <a:lnTo>
                    <a:pt x="4347627" y="372791"/>
                  </a:lnTo>
                  <a:lnTo>
                    <a:pt x="4438187" y="4745"/>
                  </a:lnTo>
                  <a:lnTo>
                    <a:pt x="4490153" y="4745"/>
                  </a:lnTo>
                  <a:lnTo>
                    <a:pt x="4372511" y="463141"/>
                  </a:lnTo>
                  <a:lnTo>
                    <a:pt x="4373173" y="465545"/>
                  </a:lnTo>
                  <a:lnTo>
                    <a:pt x="4326895" y="465545"/>
                  </a:lnTo>
                  <a:lnTo>
                    <a:pt x="4324805" y="465545"/>
                  </a:lnTo>
                  <a:lnTo>
                    <a:pt x="4325783" y="461570"/>
                  </a:lnTo>
                  <a:lnTo>
                    <a:pt x="4296003" y="355117"/>
                  </a:lnTo>
                  <a:cubicBezTo>
                    <a:pt x="4279717" y="296724"/>
                    <a:pt x="4263373" y="237934"/>
                    <a:pt x="4247059" y="179343"/>
                  </a:cubicBezTo>
                  <a:lnTo>
                    <a:pt x="4224443" y="98394"/>
                  </a:lnTo>
                  <a:lnTo>
                    <a:pt x="4122661" y="460881"/>
                  </a:lnTo>
                  <a:lnTo>
                    <a:pt x="4123809" y="465545"/>
                  </a:lnTo>
                  <a:lnTo>
                    <a:pt x="4121351" y="465545"/>
                  </a:lnTo>
                  <a:lnTo>
                    <a:pt x="4075847" y="465545"/>
                  </a:lnTo>
                  <a:lnTo>
                    <a:pt x="4076299" y="463905"/>
                  </a:lnTo>
                  <a:close/>
                  <a:moveTo>
                    <a:pt x="2041154" y="606"/>
                  </a:moveTo>
                  <a:cubicBezTo>
                    <a:pt x="2056349" y="359"/>
                    <a:pt x="2072294" y="1572"/>
                    <a:pt x="2088613" y="4631"/>
                  </a:cubicBezTo>
                  <a:cubicBezTo>
                    <a:pt x="2121250" y="10749"/>
                    <a:pt x="2155637" y="28410"/>
                    <a:pt x="2179456" y="51753"/>
                  </a:cubicBezTo>
                  <a:lnTo>
                    <a:pt x="2149031" y="82816"/>
                  </a:lnTo>
                  <a:cubicBezTo>
                    <a:pt x="2140171" y="75943"/>
                    <a:pt x="2113015" y="55262"/>
                    <a:pt x="2089902" y="49338"/>
                  </a:cubicBezTo>
                  <a:cubicBezTo>
                    <a:pt x="2066790" y="43414"/>
                    <a:pt x="2035311" y="41538"/>
                    <a:pt x="2010356" y="47271"/>
                  </a:cubicBezTo>
                  <a:cubicBezTo>
                    <a:pt x="1961313" y="58538"/>
                    <a:pt x="1950824" y="89080"/>
                    <a:pt x="1945875" y="109092"/>
                  </a:cubicBezTo>
                  <a:cubicBezTo>
                    <a:pt x="1940927" y="129104"/>
                    <a:pt x="1942695" y="157841"/>
                    <a:pt x="1961254" y="179474"/>
                  </a:cubicBezTo>
                  <a:cubicBezTo>
                    <a:pt x="1970128" y="189817"/>
                    <a:pt x="1993388" y="198637"/>
                    <a:pt x="2016102" y="205119"/>
                  </a:cubicBezTo>
                  <a:cubicBezTo>
                    <a:pt x="2038816" y="211602"/>
                    <a:pt x="2073552" y="213407"/>
                    <a:pt x="2097538" y="218369"/>
                  </a:cubicBezTo>
                  <a:cubicBezTo>
                    <a:pt x="2177050" y="234818"/>
                    <a:pt x="2196293" y="288784"/>
                    <a:pt x="2199589" y="323221"/>
                  </a:cubicBezTo>
                  <a:cubicBezTo>
                    <a:pt x="2202884" y="357658"/>
                    <a:pt x="2193276" y="391877"/>
                    <a:pt x="2175544" y="415287"/>
                  </a:cubicBezTo>
                  <a:cubicBezTo>
                    <a:pt x="2157812" y="438696"/>
                    <a:pt x="2127442" y="456064"/>
                    <a:pt x="2093197" y="463679"/>
                  </a:cubicBezTo>
                  <a:cubicBezTo>
                    <a:pt x="2058951" y="471294"/>
                    <a:pt x="2012248" y="473487"/>
                    <a:pt x="1970071" y="460977"/>
                  </a:cubicBezTo>
                  <a:cubicBezTo>
                    <a:pt x="1927894" y="448468"/>
                    <a:pt x="1892569" y="421821"/>
                    <a:pt x="1883810" y="408031"/>
                  </a:cubicBezTo>
                  <a:lnTo>
                    <a:pt x="1916305" y="375403"/>
                  </a:lnTo>
                  <a:cubicBezTo>
                    <a:pt x="1932942" y="391540"/>
                    <a:pt x="1951342" y="405436"/>
                    <a:pt x="1978754" y="415726"/>
                  </a:cubicBezTo>
                  <a:cubicBezTo>
                    <a:pt x="2007451" y="426499"/>
                    <a:pt x="2063835" y="427861"/>
                    <a:pt x="2086063" y="420630"/>
                  </a:cubicBezTo>
                  <a:cubicBezTo>
                    <a:pt x="2108291" y="413400"/>
                    <a:pt x="2152869" y="395917"/>
                    <a:pt x="2150946" y="338373"/>
                  </a:cubicBezTo>
                  <a:cubicBezTo>
                    <a:pt x="2148007" y="250467"/>
                    <a:pt x="2066791" y="264774"/>
                    <a:pt x="2001684" y="249873"/>
                  </a:cubicBezTo>
                  <a:cubicBezTo>
                    <a:pt x="1968558" y="242291"/>
                    <a:pt x="1944476" y="232508"/>
                    <a:pt x="1923956" y="211548"/>
                  </a:cubicBezTo>
                  <a:cubicBezTo>
                    <a:pt x="1898465" y="185510"/>
                    <a:pt x="1892322" y="139460"/>
                    <a:pt x="1897264" y="108203"/>
                  </a:cubicBezTo>
                  <a:cubicBezTo>
                    <a:pt x="1902170" y="77180"/>
                    <a:pt x="1914171" y="48942"/>
                    <a:pt x="1947105" y="27960"/>
                  </a:cubicBezTo>
                  <a:cubicBezTo>
                    <a:pt x="1963630" y="17003"/>
                    <a:pt x="1974071" y="10371"/>
                    <a:pt x="1998192" y="5339"/>
                  </a:cubicBezTo>
                  <a:cubicBezTo>
                    <a:pt x="2011513" y="2559"/>
                    <a:pt x="2025959" y="853"/>
                    <a:pt x="2041154" y="606"/>
                  </a:cubicBezTo>
                  <a:close/>
                  <a:moveTo>
                    <a:pt x="4707063" y="0"/>
                  </a:moveTo>
                  <a:lnTo>
                    <a:pt x="4717387" y="0"/>
                  </a:lnTo>
                  <a:cubicBezTo>
                    <a:pt x="4803519" y="0"/>
                    <a:pt x="4873343" y="69824"/>
                    <a:pt x="4873343" y="155956"/>
                  </a:cubicBezTo>
                  <a:lnTo>
                    <a:pt x="4873343" y="312596"/>
                  </a:lnTo>
                  <a:cubicBezTo>
                    <a:pt x="4873343" y="398728"/>
                    <a:pt x="4803519" y="468552"/>
                    <a:pt x="4717387" y="468552"/>
                  </a:cubicBezTo>
                  <a:lnTo>
                    <a:pt x="4707063" y="468552"/>
                  </a:lnTo>
                  <a:cubicBezTo>
                    <a:pt x="4620931" y="468552"/>
                    <a:pt x="4551107" y="398728"/>
                    <a:pt x="4551107" y="312596"/>
                  </a:cubicBezTo>
                  <a:cubicBezTo>
                    <a:pt x="4551107" y="260383"/>
                    <a:pt x="4551645" y="216257"/>
                    <a:pt x="4551645" y="164044"/>
                  </a:cubicBezTo>
                  <a:cubicBezTo>
                    <a:pt x="4553803" y="67667"/>
                    <a:pt x="4611765" y="5931"/>
                    <a:pt x="4707063" y="0"/>
                  </a:cubicBezTo>
                  <a:close/>
                  <a:moveTo>
                    <a:pt x="496236" y="0"/>
                  </a:moveTo>
                  <a:lnTo>
                    <a:pt x="506560" y="0"/>
                  </a:lnTo>
                  <a:cubicBezTo>
                    <a:pt x="592693" y="0"/>
                    <a:pt x="662516" y="69824"/>
                    <a:pt x="662516" y="155956"/>
                  </a:cubicBezTo>
                  <a:lnTo>
                    <a:pt x="662516" y="312596"/>
                  </a:lnTo>
                  <a:cubicBezTo>
                    <a:pt x="662516" y="398728"/>
                    <a:pt x="592693" y="468552"/>
                    <a:pt x="506560" y="468552"/>
                  </a:cubicBezTo>
                  <a:lnTo>
                    <a:pt x="496236" y="468552"/>
                  </a:lnTo>
                  <a:cubicBezTo>
                    <a:pt x="410104" y="468552"/>
                    <a:pt x="340280" y="398728"/>
                    <a:pt x="340280" y="312596"/>
                  </a:cubicBezTo>
                  <a:cubicBezTo>
                    <a:pt x="340280" y="260383"/>
                    <a:pt x="340819" y="216257"/>
                    <a:pt x="340819" y="164044"/>
                  </a:cubicBezTo>
                  <a:cubicBezTo>
                    <a:pt x="342976" y="67667"/>
                    <a:pt x="400938" y="5931"/>
                    <a:pt x="496236" y="0"/>
                  </a:cubicBezTo>
                  <a:close/>
                </a:path>
              </a:pathLst>
            </a:custGeom>
            <a:grpFill/>
          </p:spPr>
          <p:txBody>
            <a:bodyPr wrap="square" rtlCol="0" anchor="ctr">
              <a:noAutofit/>
            </a:bodyPr>
            <a:lstStyle/>
            <a:p>
              <a:pPr algn="ctr">
                <a:buNone/>
              </a:pPr>
              <a:endParaRPr lang="en-GB" sz="1200">
                <a:solidFill>
                  <a:schemeClr val="tx2"/>
                </a:solidFill>
                <a:latin typeface="+mn-lt"/>
              </a:endParaRPr>
            </a:p>
          </p:txBody>
        </p:sp>
        <p:sp>
          <p:nvSpPr>
            <p:cNvPr id="34" name="Freihandform: Form 16">
              <a:extLst>
                <a:ext uri="{FF2B5EF4-FFF2-40B4-BE49-F238E27FC236}">
                  <a16:creationId xmlns:a16="http://schemas.microsoft.com/office/drawing/2014/main" id="{15CA1C1F-EDBE-4848-A9BD-A8302B8B7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480658" y="3564296"/>
              <a:ext cx="10339200" cy="1795153"/>
            </a:xfrm>
            <a:custGeom>
              <a:avLst/>
              <a:gdLst>
                <a:gd name="connsiteX0" fmla="*/ 4196821 w 11362354"/>
                <a:gd name="connsiteY0" fmla="*/ 1846406 h 1972800"/>
                <a:gd name="connsiteX1" fmla="*/ 4515841 w 11362354"/>
                <a:gd name="connsiteY1" fmla="*/ 1846406 h 1972800"/>
                <a:gd name="connsiteX2" fmla="*/ 4302401 w 11362354"/>
                <a:gd name="connsiteY2" fmla="*/ 1972800 h 1972800"/>
                <a:gd name="connsiteX3" fmla="*/ 4276590 w 11362354"/>
                <a:gd name="connsiteY3" fmla="*/ 1972800 h 1972800"/>
                <a:gd name="connsiteX4" fmla="*/ 10408772 w 11362354"/>
                <a:gd name="connsiteY4" fmla="*/ 1547682 h 1972800"/>
                <a:gd name="connsiteX5" fmla="*/ 11236685 w 11362354"/>
                <a:gd name="connsiteY5" fmla="*/ 1547682 h 1972800"/>
                <a:gd name="connsiteX6" fmla="*/ 11013744 w 11362354"/>
                <a:gd name="connsiteY6" fmla="*/ 1726479 h 1972800"/>
                <a:gd name="connsiteX7" fmla="*/ 10702056 w 11362354"/>
                <a:gd name="connsiteY7" fmla="*/ 1776200 h 1972800"/>
                <a:gd name="connsiteX8" fmla="*/ 10408772 w 11362354"/>
                <a:gd name="connsiteY8" fmla="*/ 1703049 h 1972800"/>
                <a:gd name="connsiteX9" fmla="*/ 9781432 w 11362354"/>
                <a:gd name="connsiteY9" fmla="*/ 1544408 h 1972800"/>
                <a:gd name="connsiteX10" fmla="*/ 10286039 w 11362354"/>
                <a:gd name="connsiteY10" fmla="*/ 1544408 h 1972800"/>
                <a:gd name="connsiteX11" fmla="*/ 10286039 w 11362354"/>
                <a:gd name="connsiteY11" fmla="*/ 1763438 h 1972800"/>
                <a:gd name="connsiteX12" fmla="*/ 9781432 w 11362354"/>
                <a:gd name="connsiteY12" fmla="*/ 1763438 h 1972800"/>
                <a:gd name="connsiteX13" fmla="*/ 8877431 w 11362354"/>
                <a:gd name="connsiteY13" fmla="*/ 1544408 h 1972800"/>
                <a:gd name="connsiteX14" fmla="*/ 9382033 w 11362354"/>
                <a:gd name="connsiteY14" fmla="*/ 1544408 h 1972800"/>
                <a:gd name="connsiteX15" fmla="*/ 9382033 w 11362354"/>
                <a:gd name="connsiteY15" fmla="*/ 1763438 h 1972800"/>
                <a:gd name="connsiteX16" fmla="*/ 8877431 w 11362354"/>
                <a:gd name="connsiteY16" fmla="*/ 1763438 h 1972800"/>
                <a:gd name="connsiteX17" fmla="*/ 7955283 w 11362354"/>
                <a:gd name="connsiteY17" fmla="*/ 1544408 h 1972800"/>
                <a:gd name="connsiteX18" fmla="*/ 8501703 w 11362354"/>
                <a:gd name="connsiteY18" fmla="*/ 1544408 h 1972800"/>
                <a:gd name="connsiteX19" fmla="*/ 8501703 w 11362354"/>
                <a:gd name="connsiteY19" fmla="*/ 1763438 h 1972800"/>
                <a:gd name="connsiteX20" fmla="*/ 8046371 w 11362354"/>
                <a:gd name="connsiteY20" fmla="*/ 1763438 h 1972800"/>
                <a:gd name="connsiteX21" fmla="*/ 7193139 w 11362354"/>
                <a:gd name="connsiteY21" fmla="*/ 1544408 h 1972800"/>
                <a:gd name="connsiteX22" fmla="*/ 7648159 w 11362354"/>
                <a:gd name="connsiteY22" fmla="*/ 1544408 h 1972800"/>
                <a:gd name="connsiteX23" fmla="*/ 7648159 w 11362354"/>
                <a:gd name="connsiteY23" fmla="*/ 1763438 h 1972800"/>
                <a:gd name="connsiteX24" fmla="*/ 7193139 w 11362354"/>
                <a:gd name="connsiteY24" fmla="*/ 1763438 h 1972800"/>
                <a:gd name="connsiteX25" fmla="*/ 6188669 w 11362354"/>
                <a:gd name="connsiteY25" fmla="*/ 1544408 h 1972800"/>
                <a:gd name="connsiteX26" fmla="*/ 7080275 w 11362354"/>
                <a:gd name="connsiteY26" fmla="*/ 1544408 h 1972800"/>
                <a:gd name="connsiteX27" fmla="*/ 7080275 w 11362354"/>
                <a:gd name="connsiteY27" fmla="*/ 1763438 h 1972800"/>
                <a:gd name="connsiteX28" fmla="*/ 6188669 w 11362354"/>
                <a:gd name="connsiteY28" fmla="*/ 1763438 h 1972800"/>
                <a:gd name="connsiteX29" fmla="*/ 4886266 w 11362354"/>
                <a:gd name="connsiteY29" fmla="*/ 1544408 h 1972800"/>
                <a:gd name="connsiteX30" fmla="*/ 5979839 w 11362354"/>
                <a:gd name="connsiteY30" fmla="*/ 1544408 h 1972800"/>
                <a:gd name="connsiteX31" fmla="*/ 5557257 w 11362354"/>
                <a:gd name="connsiteY31" fmla="*/ 1763438 h 1972800"/>
                <a:gd name="connsiteX32" fmla="*/ 5308843 w 11362354"/>
                <a:gd name="connsiteY32" fmla="*/ 1763438 h 1972800"/>
                <a:gd name="connsiteX33" fmla="*/ 4886266 w 11362354"/>
                <a:gd name="connsiteY33" fmla="*/ 1544408 h 1972800"/>
                <a:gd name="connsiteX34" fmla="*/ 2285298 w 11362354"/>
                <a:gd name="connsiteY34" fmla="*/ 1544408 h 1972800"/>
                <a:gd name="connsiteX35" fmla="*/ 3183254 w 11362354"/>
                <a:gd name="connsiteY35" fmla="*/ 1544408 h 1972800"/>
                <a:gd name="connsiteX36" fmla="*/ 3183254 w 11362354"/>
                <a:gd name="connsiteY36" fmla="*/ 1763438 h 1972800"/>
                <a:gd name="connsiteX37" fmla="*/ 2285298 w 11362354"/>
                <a:gd name="connsiteY37" fmla="*/ 1763438 h 1972800"/>
                <a:gd name="connsiteX38" fmla="*/ 1699767 w 11362354"/>
                <a:gd name="connsiteY38" fmla="*/ 1544408 h 1972800"/>
                <a:gd name="connsiteX39" fmla="*/ 2161050 w 11362354"/>
                <a:gd name="connsiteY39" fmla="*/ 1544408 h 1972800"/>
                <a:gd name="connsiteX40" fmla="*/ 2265828 w 11362354"/>
                <a:gd name="connsiteY40" fmla="*/ 1763438 h 1972800"/>
                <a:gd name="connsiteX41" fmla="*/ 1796468 w 11362354"/>
                <a:gd name="connsiteY41" fmla="*/ 1763438 h 1972800"/>
                <a:gd name="connsiteX42" fmla="*/ 985097 w 11362354"/>
                <a:gd name="connsiteY42" fmla="*/ 1544408 h 1972800"/>
                <a:gd name="connsiteX43" fmla="*/ 1468672 w 11362354"/>
                <a:gd name="connsiteY43" fmla="*/ 1544408 h 1972800"/>
                <a:gd name="connsiteX44" fmla="*/ 1468672 w 11362354"/>
                <a:gd name="connsiteY44" fmla="*/ 1763438 h 1972800"/>
                <a:gd name="connsiteX45" fmla="*/ 985097 w 11362354"/>
                <a:gd name="connsiteY45" fmla="*/ 1763438 h 1972800"/>
                <a:gd name="connsiteX46" fmla="*/ 0 w 11362354"/>
                <a:gd name="connsiteY46" fmla="*/ 1544408 h 1972800"/>
                <a:gd name="connsiteX47" fmla="*/ 506025 w 11362354"/>
                <a:gd name="connsiteY47" fmla="*/ 1544408 h 1972800"/>
                <a:gd name="connsiteX48" fmla="*/ 506025 w 11362354"/>
                <a:gd name="connsiteY48" fmla="*/ 1763438 h 1972800"/>
                <a:gd name="connsiteX49" fmla="*/ 498505 w 11362354"/>
                <a:gd name="connsiteY49" fmla="*/ 1763438 h 1972800"/>
                <a:gd name="connsiteX50" fmla="*/ 7520 w 11362354"/>
                <a:gd name="connsiteY50" fmla="*/ 1763438 h 1972800"/>
                <a:gd name="connsiteX51" fmla="*/ 0 w 11362354"/>
                <a:gd name="connsiteY51" fmla="*/ 1763438 h 1972800"/>
                <a:gd name="connsiteX52" fmla="*/ 3478763 w 11362354"/>
                <a:gd name="connsiteY52" fmla="*/ 1544407 h 1972800"/>
                <a:gd name="connsiteX53" fmla="*/ 4486152 w 11362354"/>
                <a:gd name="connsiteY53" fmla="*/ 1544407 h 1972800"/>
                <a:gd name="connsiteX54" fmla="*/ 4479313 w 11362354"/>
                <a:gd name="connsiteY54" fmla="*/ 1555187 h 1972800"/>
                <a:gd name="connsiteX55" fmla="*/ 4654042 w 11362354"/>
                <a:gd name="connsiteY55" fmla="*/ 1763437 h 1972800"/>
                <a:gd name="connsiteX56" fmla="*/ 3697470 w 11362354"/>
                <a:gd name="connsiteY56" fmla="*/ 1763437 h 1972800"/>
                <a:gd name="connsiteX57" fmla="*/ 3478763 w 11362354"/>
                <a:gd name="connsiteY57" fmla="*/ 1544407 h 1972800"/>
                <a:gd name="connsiteX58" fmla="*/ 10408772 w 11362354"/>
                <a:gd name="connsiteY58" fmla="*/ 1290902 h 1972800"/>
                <a:gd name="connsiteX59" fmla="*/ 10568570 w 11362354"/>
                <a:gd name="connsiteY59" fmla="*/ 1290902 h 1972800"/>
                <a:gd name="connsiteX60" fmla="*/ 10590729 w 11362354"/>
                <a:gd name="connsiteY60" fmla="*/ 1313870 h 1972800"/>
                <a:gd name="connsiteX61" fmla="*/ 10721250 w 11362354"/>
                <a:gd name="connsiteY61" fmla="*/ 1365562 h 1972800"/>
                <a:gd name="connsiteX62" fmla="*/ 10855315 w 11362354"/>
                <a:gd name="connsiteY62" fmla="*/ 1290902 h 1972800"/>
                <a:gd name="connsiteX63" fmla="*/ 11214890 w 11362354"/>
                <a:gd name="connsiteY63" fmla="*/ 1290902 h 1972800"/>
                <a:gd name="connsiteX64" fmla="*/ 11346112 w 11362354"/>
                <a:gd name="connsiteY64" fmla="*/ 1290902 h 1972800"/>
                <a:gd name="connsiteX65" fmla="*/ 11280882 w 11362354"/>
                <a:gd name="connsiteY65" fmla="*/ 1465414 h 1972800"/>
                <a:gd name="connsiteX66" fmla="*/ 11214890 w 11362354"/>
                <a:gd name="connsiteY66" fmla="*/ 1465414 h 1972800"/>
                <a:gd name="connsiteX67" fmla="*/ 10408772 w 11362354"/>
                <a:gd name="connsiteY67" fmla="*/ 1465414 h 1972800"/>
                <a:gd name="connsiteX68" fmla="*/ 3354588 w 11362354"/>
                <a:gd name="connsiteY68" fmla="*/ 1288169 h 1972800"/>
                <a:gd name="connsiteX69" fmla="*/ 3891084 w 11362354"/>
                <a:gd name="connsiteY69" fmla="*/ 1288169 h 1972800"/>
                <a:gd name="connsiteX70" fmla="*/ 3982693 w 11362354"/>
                <a:gd name="connsiteY70" fmla="*/ 1333215 h 1972800"/>
                <a:gd name="connsiteX71" fmla="*/ 4074304 w 11362354"/>
                <a:gd name="connsiteY71" fmla="*/ 1288169 h 1972800"/>
                <a:gd name="connsiteX72" fmla="*/ 4610046 w 11362354"/>
                <a:gd name="connsiteY72" fmla="*/ 1288169 h 1972800"/>
                <a:gd name="connsiteX73" fmla="*/ 4535426 w 11362354"/>
                <a:gd name="connsiteY73" fmla="*/ 1462313 h 1972800"/>
                <a:gd name="connsiteX74" fmla="*/ 3429061 w 11362354"/>
                <a:gd name="connsiteY74" fmla="*/ 1462313 h 1972800"/>
                <a:gd name="connsiteX75" fmla="*/ 3354588 w 11362354"/>
                <a:gd name="connsiteY75" fmla="*/ 1288169 h 1972800"/>
                <a:gd name="connsiteX76" fmla="*/ 9781432 w 11362354"/>
                <a:gd name="connsiteY76" fmla="*/ 1288165 h 1972800"/>
                <a:gd name="connsiteX77" fmla="*/ 10286039 w 11362354"/>
                <a:gd name="connsiteY77" fmla="*/ 1288165 h 1972800"/>
                <a:gd name="connsiteX78" fmla="*/ 10286039 w 11362354"/>
                <a:gd name="connsiteY78" fmla="*/ 1462314 h 1972800"/>
                <a:gd name="connsiteX79" fmla="*/ 9781432 w 11362354"/>
                <a:gd name="connsiteY79" fmla="*/ 1462314 h 1972800"/>
                <a:gd name="connsiteX80" fmla="*/ 8877431 w 11362354"/>
                <a:gd name="connsiteY80" fmla="*/ 1288165 h 1972800"/>
                <a:gd name="connsiteX81" fmla="*/ 9382033 w 11362354"/>
                <a:gd name="connsiteY81" fmla="*/ 1288165 h 1972800"/>
                <a:gd name="connsiteX82" fmla="*/ 9382033 w 11362354"/>
                <a:gd name="connsiteY82" fmla="*/ 1462314 h 1972800"/>
                <a:gd name="connsiteX83" fmla="*/ 8877431 w 11362354"/>
                <a:gd name="connsiteY83" fmla="*/ 1462314 h 1972800"/>
                <a:gd name="connsiteX84" fmla="*/ 7848731 w 11362354"/>
                <a:gd name="connsiteY84" fmla="*/ 1288165 h 1972800"/>
                <a:gd name="connsiteX85" fmla="*/ 8501703 w 11362354"/>
                <a:gd name="connsiteY85" fmla="*/ 1288165 h 1972800"/>
                <a:gd name="connsiteX86" fmla="*/ 8501703 w 11362354"/>
                <a:gd name="connsiteY86" fmla="*/ 1462314 h 1972800"/>
                <a:gd name="connsiteX87" fmla="*/ 7921150 w 11362354"/>
                <a:gd name="connsiteY87" fmla="*/ 1462314 h 1972800"/>
                <a:gd name="connsiteX88" fmla="*/ 7193139 w 11362354"/>
                <a:gd name="connsiteY88" fmla="*/ 1288165 h 1972800"/>
                <a:gd name="connsiteX89" fmla="*/ 7648159 w 11362354"/>
                <a:gd name="connsiteY89" fmla="*/ 1288165 h 1972800"/>
                <a:gd name="connsiteX90" fmla="*/ 7648159 w 11362354"/>
                <a:gd name="connsiteY90" fmla="*/ 1462314 h 1972800"/>
                <a:gd name="connsiteX91" fmla="*/ 7193139 w 11362354"/>
                <a:gd name="connsiteY91" fmla="*/ 1462314 h 1972800"/>
                <a:gd name="connsiteX92" fmla="*/ 6188669 w 11362354"/>
                <a:gd name="connsiteY92" fmla="*/ 1288165 h 1972800"/>
                <a:gd name="connsiteX93" fmla="*/ 6674501 w 11362354"/>
                <a:gd name="connsiteY93" fmla="*/ 1288165 h 1972800"/>
                <a:gd name="connsiteX94" fmla="*/ 6674501 w 11362354"/>
                <a:gd name="connsiteY94" fmla="*/ 1351991 h 1972800"/>
                <a:gd name="connsiteX95" fmla="*/ 7080275 w 11362354"/>
                <a:gd name="connsiteY95" fmla="*/ 1351991 h 1972800"/>
                <a:gd name="connsiteX96" fmla="*/ 7080275 w 11362354"/>
                <a:gd name="connsiteY96" fmla="*/ 1462314 h 1972800"/>
                <a:gd name="connsiteX97" fmla="*/ 6188669 w 11362354"/>
                <a:gd name="connsiteY97" fmla="*/ 1462314 h 1972800"/>
                <a:gd name="connsiteX98" fmla="*/ 4794722 w 11362354"/>
                <a:gd name="connsiteY98" fmla="*/ 1288165 h 1972800"/>
                <a:gd name="connsiteX99" fmla="*/ 5308313 w 11362354"/>
                <a:gd name="connsiteY99" fmla="*/ 1288165 h 1972800"/>
                <a:gd name="connsiteX100" fmla="*/ 5433050 w 11362354"/>
                <a:gd name="connsiteY100" fmla="*/ 1363467 h 1972800"/>
                <a:gd name="connsiteX101" fmla="*/ 5557791 w 11362354"/>
                <a:gd name="connsiteY101" fmla="*/ 1288165 h 1972800"/>
                <a:gd name="connsiteX102" fmla="*/ 6071387 w 11362354"/>
                <a:gd name="connsiteY102" fmla="*/ 1288165 h 1972800"/>
                <a:gd name="connsiteX103" fmla="*/ 6026879 w 11362354"/>
                <a:gd name="connsiteY103" fmla="*/ 1462314 h 1972800"/>
                <a:gd name="connsiteX104" fmla="*/ 4839225 w 11362354"/>
                <a:gd name="connsiteY104" fmla="*/ 1462314 h 1972800"/>
                <a:gd name="connsiteX105" fmla="*/ 4794722 w 11362354"/>
                <a:gd name="connsiteY105" fmla="*/ 1288165 h 1972800"/>
                <a:gd name="connsiteX106" fmla="*/ 2285298 w 11362354"/>
                <a:gd name="connsiteY106" fmla="*/ 1288165 h 1972800"/>
                <a:gd name="connsiteX107" fmla="*/ 2771132 w 11362354"/>
                <a:gd name="connsiteY107" fmla="*/ 1288165 h 1972800"/>
                <a:gd name="connsiteX108" fmla="*/ 2771132 w 11362354"/>
                <a:gd name="connsiteY108" fmla="*/ 1351991 h 1972800"/>
                <a:gd name="connsiteX109" fmla="*/ 3183254 w 11362354"/>
                <a:gd name="connsiteY109" fmla="*/ 1351991 h 1972800"/>
                <a:gd name="connsiteX110" fmla="*/ 3183254 w 11362354"/>
                <a:gd name="connsiteY110" fmla="*/ 1462314 h 1972800"/>
                <a:gd name="connsiteX111" fmla="*/ 2285298 w 11362354"/>
                <a:gd name="connsiteY111" fmla="*/ 1462314 h 1972800"/>
                <a:gd name="connsiteX112" fmla="*/ 1586644 w 11362354"/>
                <a:gd name="connsiteY112" fmla="*/ 1288165 h 1972800"/>
                <a:gd name="connsiteX113" fmla="*/ 2038472 w 11362354"/>
                <a:gd name="connsiteY113" fmla="*/ 1288165 h 1972800"/>
                <a:gd name="connsiteX114" fmla="*/ 2121783 w 11362354"/>
                <a:gd name="connsiteY114" fmla="*/ 1462314 h 1972800"/>
                <a:gd name="connsiteX115" fmla="*/ 1663530 w 11362354"/>
                <a:gd name="connsiteY115" fmla="*/ 1462314 h 1972800"/>
                <a:gd name="connsiteX116" fmla="*/ 985097 w 11362354"/>
                <a:gd name="connsiteY116" fmla="*/ 1288165 h 1972800"/>
                <a:gd name="connsiteX117" fmla="*/ 1468672 w 11362354"/>
                <a:gd name="connsiteY117" fmla="*/ 1288165 h 1972800"/>
                <a:gd name="connsiteX118" fmla="*/ 1468672 w 11362354"/>
                <a:gd name="connsiteY118" fmla="*/ 1462314 h 1972800"/>
                <a:gd name="connsiteX119" fmla="*/ 985097 w 11362354"/>
                <a:gd name="connsiteY119" fmla="*/ 1462314 h 1972800"/>
                <a:gd name="connsiteX120" fmla="*/ 0 w 11362354"/>
                <a:gd name="connsiteY120" fmla="*/ 1288165 h 1972800"/>
                <a:gd name="connsiteX121" fmla="*/ 506025 w 11362354"/>
                <a:gd name="connsiteY121" fmla="*/ 1288165 h 1972800"/>
                <a:gd name="connsiteX122" fmla="*/ 506025 w 11362354"/>
                <a:gd name="connsiteY122" fmla="*/ 1462314 h 1972800"/>
                <a:gd name="connsiteX123" fmla="*/ 0 w 11362354"/>
                <a:gd name="connsiteY123" fmla="*/ 1462314 h 1972800"/>
                <a:gd name="connsiteX124" fmla="*/ 10408772 w 11362354"/>
                <a:gd name="connsiteY124" fmla="*/ 1157361 h 1972800"/>
                <a:gd name="connsiteX125" fmla="*/ 10468381 w 11362354"/>
                <a:gd name="connsiteY125" fmla="*/ 1208632 h 1972800"/>
                <a:gd name="connsiteX126" fmla="*/ 10408772 w 11362354"/>
                <a:gd name="connsiteY126" fmla="*/ 1208632 h 1972800"/>
                <a:gd name="connsiteX127" fmla="*/ 10816942 w 11362354"/>
                <a:gd name="connsiteY127" fmla="*/ 1078164 h 1972800"/>
                <a:gd name="connsiteX128" fmla="*/ 11358000 w 11362354"/>
                <a:gd name="connsiteY128" fmla="*/ 1078164 h 1972800"/>
                <a:gd name="connsiteX129" fmla="*/ 11359134 w 11362354"/>
                <a:gd name="connsiteY129" fmla="*/ 1208632 h 1972800"/>
                <a:gd name="connsiteX130" fmla="*/ 11359134 w 11362354"/>
                <a:gd name="connsiteY130" fmla="*/ 1208633 h 1972800"/>
                <a:gd name="connsiteX131" fmla="*/ 10871056 w 11362354"/>
                <a:gd name="connsiteY131" fmla="*/ 1208633 h 1972800"/>
                <a:gd name="connsiteX132" fmla="*/ 10871355 w 11362354"/>
                <a:gd name="connsiteY132" fmla="*/ 1205652 h 1972800"/>
                <a:gd name="connsiteX133" fmla="*/ 10808382 w 11362354"/>
                <a:gd name="connsiteY133" fmla="*/ 1078165 h 1972800"/>
                <a:gd name="connsiteX134" fmla="*/ 10816943 w 11362354"/>
                <a:gd name="connsiteY134" fmla="*/ 1078165 h 1972800"/>
                <a:gd name="connsiteX135" fmla="*/ 9781432 w 11362354"/>
                <a:gd name="connsiteY135" fmla="*/ 1075882 h 1972800"/>
                <a:gd name="connsiteX136" fmla="*/ 10286039 w 11362354"/>
                <a:gd name="connsiteY136" fmla="*/ 1075882 h 1972800"/>
                <a:gd name="connsiteX137" fmla="*/ 10286039 w 11362354"/>
                <a:gd name="connsiteY137" fmla="*/ 1206076 h 1972800"/>
                <a:gd name="connsiteX138" fmla="*/ 9781432 w 11362354"/>
                <a:gd name="connsiteY138" fmla="*/ 1206076 h 1972800"/>
                <a:gd name="connsiteX139" fmla="*/ 8877431 w 11362354"/>
                <a:gd name="connsiteY139" fmla="*/ 1075882 h 1972800"/>
                <a:gd name="connsiteX140" fmla="*/ 9382033 w 11362354"/>
                <a:gd name="connsiteY140" fmla="*/ 1075882 h 1972800"/>
                <a:gd name="connsiteX141" fmla="*/ 9382033 w 11362354"/>
                <a:gd name="connsiteY141" fmla="*/ 1206076 h 1972800"/>
                <a:gd name="connsiteX142" fmla="*/ 8877431 w 11362354"/>
                <a:gd name="connsiteY142" fmla="*/ 1206076 h 1972800"/>
                <a:gd name="connsiteX143" fmla="*/ 7760453 w 11362354"/>
                <a:gd name="connsiteY143" fmla="*/ 1075882 h 1972800"/>
                <a:gd name="connsiteX144" fmla="*/ 8501703 w 11362354"/>
                <a:gd name="connsiteY144" fmla="*/ 1075882 h 1972800"/>
                <a:gd name="connsiteX145" fmla="*/ 8501703 w 11362354"/>
                <a:gd name="connsiteY145" fmla="*/ 1206076 h 1972800"/>
                <a:gd name="connsiteX146" fmla="*/ 7814594 w 11362354"/>
                <a:gd name="connsiteY146" fmla="*/ 1206076 h 1972800"/>
                <a:gd name="connsiteX147" fmla="*/ 7193139 w 11362354"/>
                <a:gd name="connsiteY147" fmla="*/ 1075882 h 1972800"/>
                <a:gd name="connsiteX148" fmla="*/ 7648159 w 11362354"/>
                <a:gd name="connsiteY148" fmla="*/ 1075882 h 1972800"/>
                <a:gd name="connsiteX149" fmla="*/ 7648159 w 11362354"/>
                <a:gd name="connsiteY149" fmla="*/ 1206076 h 1972800"/>
                <a:gd name="connsiteX150" fmla="*/ 7193139 w 11362354"/>
                <a:gd name="connsiteY150" fmla="*/ 1206076 h 1972800"/>
                <a:gd name="connsiteX151" fmla="*/ 6188669 w 11362354"/>
                <a:gd name="connsiteY151" fmla="*/ 1075882 h 1972800"/>
                <a:gd name="connsiteX152" fmla="*/ 6674501 w 11362354"/>
                <a:gd name="connsiteY152" fmla="*/ 1075882 h 1972800"/>
                <a:gd name="connsiteX153" fmla="*/ 6674501 w 11362354"/>
                <a:gd name="connsiteY153" fmla="*/ 1206076 h 1972800"/>
                <a:gd name="connsiteX154" fmla="*/ 6188669 w 11362354"/>
                <a:gd name="connsiteY154" fmla="*/ 1206076 h 1972800"/>
                <a:gd name="connsiteX155" fmla="*/ 5574793 w 11362354"/>
                <a:gd name="connsiteY155" fmla="*/ 1075882 h 1972800"/>
                <a:gd name="connsiteX156" fmla="*/ 6073294 w 11362354"/>
                <a:gd name="connsiteY156" fmla="*/ 1075882 h 1972800"/>
                <a:gd name="connsiteX157" fmla="*/ 6073294 w 11362354"/>
                <a:gd name="connsiteY157" fmla="*/ 1206076 h 1972800"/>
                <a:gd name="connsiteX158" fmla="*/ 5574793 w 11362354"/>
                <a:gd name="connsiteY158" fmla="*/ 1206076 h 1972800"/>
                <a:gd name="connsiteX159" fmla="*/ 4792811 w 11362354"/>
                <a:gd name="connsiteY159" fmla="*/ 1075882 h 1972800"/>
                <a:gd name="connsiteX160" fmla="*/ 5291307 w 11362354"/>
                <a:gd name="connsiteY160" fmla="*/ 1075882 h 1972800"/>
                <a:gd name="connsiteX161" fmla="*/ 5291307 w 11362354"/>
                <a:gd name="connsiteY161" fmla="*/ 1206076 h 1972800"/>
                <a:gd name="connsiteX162" fmla="*/ 4792811 w 11362354"/>
                <a:gd name="connsiteY162" fmla="*/ 1206076 h 1972800"/>
                <a:gd name="connsiteX163" fmla="*/ 2285298 w 11362354"/>
                <a:gd name="connsiteY163" fmla="*/ 1075882 h 1972800"/>
                <a:gd name="connsiteX164" fmla="*/ 2771132 w 11362354"/>
                <a:gd name="connsiteY164" fmla="*/ 1075882 h 1972800"/>
                <a:gd name="connsiteX165" fmla="*/ 2771132 w 11362354"/>
                <a:gd name="connsiteY165" fmla="*/ 1206076 h 1972800"/>
                <a:gd name="connsiteX166" fmla="*/ 2285298 w 11362354"/>
                <a:gd name="connsiteY166" fmla="*/ 1206076 h 1972800"/>
                <a:gd name="connsiteX167" fmla="*/ 1492927 w 11362354"/>
                <a:gd name="connsiteY167" fmla="*/ 1075882 h 1972800"/>
                <a:gd name="connsiteX168" fmla="*/ 1945589 w 11362354"/>
                <a:gd name="connsiteY168" fmla="*/ 1075882 h 1972800"/>
                <a:gd name="connsiteX169" fmla="*/ 1940491 w 11362354"/>
                <a:gd name="connsiteY169" fmla="*/ 1080455 h 1972800"/>
                <a:gd name="connsiteX170" fmla="*/ 1939110 w 11362354"/>
                <a:gd name="connsiteY170" fmla="*/ 1080455 h 1972800"/>
                <a:gd name="connsiteX171" fmla="*/ 1939524 w 11362354"/>
                <a:gd name="connsiteY171" fmla="*/ 1081320 h 1972800"/>
                <a:gd name="connsiteX172" fmla="*/ 1938345 w 11362354"/>
                <a:gd name="connsiteY172" fmla="*/ 1082361 h 1972800"/>
                <a:gd name="connsiteX173" fmla="*/ 1940022 w 11362354"/>
                <a:gd name="connsiteY173" fmla="*/ 1082361 h 1972800"/>
                <a:gd name="connsiteX174" fmla="*/ 1999205 w 11362354"/>
                <a:gd name="connsiteY174" fmla="*/ 1206076 h 1972800"/>
                <a:gd name="connsiteX175" fmla="*/ 1550403 w 11362354"/>
                <a:gd name="connsiteY175" fmla="*/ 1206076 h 1972800"/>
                <a:gd name="connsiteX176" fmla="*/ 985097 w 11362354"/>
                <a:gd name="connsiteY176" fmla="*/ 1075882 h 1972800"/>
                <a:gd name="connsiteX177" fmla="*/ 1468672 w 11362354"/>
                <a:gd name="connsiteY177" fmla="*/ 1075882 h 1972800"/>
                <a:gd name="connsiteX178" fmla="*/ 1468672 w 11362354"/>
                <a:gd name="connsiteY178" fmla="*/ 1206076 h 1972800"/>
                <a:gd name="connsiteX179" fmla="*/ 985097 w 11362354"/>
                <a:gd name="connsiteY179" fmla="*/ 1206076 h 1972800"/>
                <a:gd name="connsiteX180" fmla="*/ 0 w 11362354"/>
                <a:gd name="connsiteY180" fmla="*/ 1075882 h 1972800"/>
                <a:gd name="connsiteX181" fmla="*/ 877145 w 11362354"/>
                <a:gd name="connsiteY181" fmla="*/ 1075882 h 1972800"/>
                <a:gd name="connsiteX182" fmla="*/ 877145 w 11362354"/>
                <a:gd name="connsiteY182" fmla="*/ 1098345 h 1972800"/>
                <a:gd name="connsiteX183" fmla="*/ 869625 w 11362354"/>
                <a:gd name="connsiteY183" fmla="*/ 1098345 h 1972800"/>
                <a:gd name="connsiteX184" fmla="*/ 506025 w 11362354"/>
                <a:gd name="connsiteY184" fmla="*/ 1098345 h 1972800"/>
                <a:gd name="connsiteX185" fmla="*/ 506025 w 11362354"/>
                <a:gd name="connsiteY185" fmla="*/ 1206076 h 1972800"/>
                <a:gd name="connsiteX186" fmla="*/ 0 w 11362354"/>
                <a:gd name="connsiteY186" fmla="*/ 1206076 h 1972800"/>
                <a:gd name="connsiteX187" fmla="*/ 4174413 w 11362354"/>
                <a:gd name="connsiteY187" fmla="*/ 1075881 h 1972800"/>
                <a:gd name="connsiteX188" fmla="*/ 4660572 w 11362354"/>
                <a:gd name="connsiteY188" fmla="*/ 1075881 h 1972800"/>
                <a:gd name="connsiteX189" fmla="*/ 4633997 w 11362354"/>
                <a:gd name="connsiteY189" fmla="*/ 1206075 h 1972800"/>
                <a:gd name="connsiteX190" fmla="*/ 4129883 w 11362354"/>
                <a:gd name="connsiteY190" fmla="*/ 1206075 h 1972800"/>
                <a:gd name="connsiteX191" fmla="*/ 4174413 w 11362354"/>
                <a:gd name="connsiteY191" fmla="*/ 1075881 h 1972800"/>
                <a:gd name="connsiteX192" fmla="*/ 3305162 w 11362354"/>
                <a:gd name="connsiteY192" fmla="*/ 1075881 h 1972800"/>
                <a:gd name="connsiteX193" fmla="*/ 3790976 w 11362354"/>
                <a:gd name="connsiteY193" fmla="*/ 1075881 h 1972800"/>
                <a:gd name="connsiteX194" fmla="*/ 3835506 w 11362354"/>
                <a:gd name="connsiteY194" fmla="*/ 1206075 h 1972800"/>
                <a:gd name="connsiteX195" fmla="*/ 3330959 w 11362354"/>
                <a:gd name="connsiteY195" fmla="*/ 1206075 h 1972800"/>
                <a:gd name="connsiteX196" fmla="*/ 3305162 w 11362354"/>
                <a:gd name="connsiteY196" fmla="*/ 1075881 h 1972800"/>
                <a:gd name="connsiteX197" fmla="*/ 10587776 w 11362354"/>
                <a:gd name="connsiteY197" fmla="*/ 879486 h 1972800"/>
                <a:gd name="connsiteX198" fmla="*/ 11280821 w 11362354"/>
                <a:gd name="connsiteY198" fmla="*/ 879486 h 1972800"/>
                <a:gd name="connsiteX199" fmla="*/ 11338792 w 11362354"/>
                <a:gd name="connsiteY199" fmla="*/ 993628 h 1972800"/>
                <a:gd name="connsiteX200" fmla="*/ 10727828 w 11362354"/>
                <a:gd name="connsiteY200" fmla="*/ 995899 h 1972800"/>
                <a:gd name="connsiteX201" fmla="*/ 9781432 w 11362354"/>
                <a:gd name="connsiteY201" fmla="*/ 877625 h 1972800"/>
                <a:gd name="connsiteX202" fmla="*/ 10286039 w 11362354"/>
                <a:gd name="connsiteY202" fmla="*/ 877625 h 1972800"/>
                <a:gd name="connsiteX203" fmla="*/ 10286039 w 11362354"/>
                <a:gd name="connsiteY203" fmla="*/ 993788 h 1972800"/>
                <a:gd name="connsiteX204" fmla="*/ 9781432 w 11362354"/>
                <a:gd name="connsiteY204" fmla="*/ 993788 h 1972800"/>
                <a:gd name="connsiteX205" fmla="*/ 8877431 w 11362354"/>
                <a:gd name="connsiteY205" fmla="*/ 877625 h 1972800"/>
                <a:gd name="connsiteX206" fmla="*/ 9382033 w 11362354"/>
                <a:gd name="connsiteY206" fmla="*/ 877625 h 1972800"/>
                <a:gd name="connsiteX207" fmla="*/ 9382033 w 11362354"/>
                <a:gd name="connsiteY207" fmla="*/ 993788 h 1972800"/>
                <a:gd name="connsiteX208" fmla="*/ 8877431 w 11362354"/>
                <a:gd name="connsiteY208" fmla="*/ 993788 h 1972800"/>
                <a:gd name="connsiteX209" fmla="*/ 7678004 w 11362354"/>
                <a:gd name="connsiteY209" fmla="*/ 877625 h 1972800"/>
                <a:gd name="connsiteX210" fmla="*/ 8501703 w 11362354"/>
                <a:gd name="connsiteY210" fmla="*/ 877625 h 1972800"/>
                <a:gd name="connsiteX211" fmla="*/ 8501703 w 11362354"/>
                <a:gd name="connsiteY211" fmla="*/ 993788 h 1972800"/>
                <a:gd name="connsiteX212" fmla="*/ 7726316 w 11362354"/>
                <a:gd name="connsiteY212" fmla="*/ 993788 h 1972800"/>
                <a:gd name="connsiteX213" fmla="*/ 7193139 w 11362354"/>
                <a:gd name="connsiteY213" fmla="*/ 877625 h 1972800"/>
                <a:gd name="connsiteX214" fmla="*/ 7648159 w 11362354"/>
                <a:gd name="connsiteY214" fmla="*/ 877625 h 1972800"/>
                <a:gd name="connsiteX215" fmla="*/ 7648159 w 11362354"/>
                <a:gd name="connsiteY215" fmla="*/ 993788 h 1972800"/>
                <a:gd name="connsiteX216" fmla="*/ 7193139 w 11362354"/>
                <a:gd name="connsiteY216" fmla="*/ 993788 h 1972800"/>
                <a:gd name="connsiteX217" fmla="*/ 6188669 w 11362354"/>
                <a:gd name="connsiteY217" fmla="*/ 877625 h 1972800"/>
                <a:gd name="connsiteX218" fmla="*/ 7056268 w 11362354"/>
                <a:gd name="connsiteY218" fmla="*/ 877625 h 1972800"/>
                <a:gd name="connsiteX219" fmla="*/ 7056268 w 11362354"/>
                <a:gd name="connsiteY219" fmla="*/ 988326 h 1972800"/>
                <a:gd name="connsiteX220" fmla="*/ 6674501 w 11362354"/>
                <a:gd name="connsiteY220" fmla="*/ 988326 h 1972800"/>
                <a:gd name="connsiteX221" fmla="*/ 6674501 w 11362354"/>
                <a:gd name="connsiteY221" fmla="*/ 993788 h 1972800"/>
                <a:gd name="connsiteX222" fmla="*/ 6188669 w 11362354"/>
                <a:gd name="connsiteY222" fmla="*/ 993788 h 1972800"/>
                <a:gd name="connsiteX223" fmla="*/ 5574793 w 11362354"/>
                <a:gd name="connsiteY223" fmla="*/ 877625 h 1972800"/>
                <a:gd name="connsiteX224" fmla="*/ 6073294 w 11362354"/>
                <a:gd name="connsiteY224" fmla="*/ 877625 h 1972800"/>
                <a:gd name="connsiteX225" fmla="*/ 6073294 w 11362354"/>
                <a:gd name="connsiteY225" fmla="*/ 993788 h 1972800"/>
                <a:gd name="connsiteX226" fmla="*/ 5574793 w 11362354"/>
                <a:gd name="connsiteY226" fmla="*/ 993788 h 1972800"/>
                <a:gd name="connsiteX227" fmla="*/ 4792811 w 11362354"/>
                <a:gd name="connsiteY227" fmla="*/ 877625 h 1972800"/>
                <a:gd name="connsiteX228" fmla="*/ 5291307 w 11362354"/>
                <a:gd name="connsiteY228" fmla="*/ 877625 h 1972800"/>
                <a:gd name="connsiteX229" fmla="*/ 5291307 w 11362354"/>
                <a:gd name="connsiteY229" fmla="*/ 993788 h 1972800"/>
                <a:gd name="connsiteX230" fmla="*/ 4792811 w 11362354"/>
                <a:gd name="connsiteY230" fmla="*/ 993788 h 1972800"/>
                <a:gd name="connsiteX231" fmla="*/ 2285298 w 11362354"/>
                <a:gd name="connsiteY231" fmla="*/ 877625 h 1972800"/>
                <a:gd name="connsiteX232" fmla="*/ 3161500 w 11362354"/>
                <a:gd name="connsiteY232" fmla="*/ 877625 h 1972800"/>
                <a:gd name="connsiteX233" fmla="*/ 3161500 w 11362354"/>
                <a:gd name="connsiteY233" fmla="*/ 988326 h 1972800"/>
                <a:gd name="connsiteX234" fmla="*/ 2771132 w 11362354"/>
                <a:gd name="connsiteY234" fmla="*/ 988326 h 1972800"/>
                <a:gd name="connsiteX235" fmla="*/ 2771132 w 11362354"/>
                <a:gd name="connsiteY235" fmla="*/ 993788 h 1972800"/>
                <a:gd name="connsiteX236" fmla="*/ 2285298 w 11362354"/>
                <a:gd name="connsiteY236" fmla="*/ 993788 h 1972800"/>
                <a:gd name="connsiteX237" fmla="*/ 985097 w 11362354"/>
                <a:gd name="connsiteY237" fmla="*/ 877625 h 1972800"/>
                <a:gd name="connsiteX238" fmla="*/ 2107746 w 11362354"/>
                <a:gd name="connsiteY238" fmla="*/ 877625 h 1972800"/>
                <a:gd name="connsiteX239" fmla="*/ 2028664 w 11362354"/>
                <a:gd name="connsiteY239" fmla="*/ 993788 h 1972800"/>
                <a:gd name="connsiteX240" fmla="*/ 985097 w 11362354"/>
                <a:gd name="connsiteY240" fmla="*/ 993788 h 1972800"/>
                <a:gd name="connsiteX241" fmla="*/ 0 w 11362354"/>
                <a:gd name="connsiteY241" fmla="*/ 877625 h 1972800"/>
                <a:gd name="connsiteX242" fmla="*/ 877145 w 11362354"/>
                <a:gd name="connsiteY242" fmla="*/ 877625 h 1972800"/>
                <a:gd name="connsiteX243" fmla="*/ 877145 w 11362354"/>
                <a:gd name="connsiteY243" fmla="*/ 993788 h 1972800"/>
                <a:gd name="connsiteX244" fmla="*/ 0 w 11362354"/>
                <a:gd name="connsiteY244" fmla="*/ 993788 h 1972800"/>
                <a:gd name="connsiteX245" fmla="*/ 4199211 w 11362354"/>
                <a:gd name="connsiteY245" fmla="*/ 877624 h 1972800"/>
                <a:gd name="connsiteX246" fmla="*/ 4674176 w 11362354"/>
                <a:gd name="connsiteY246" fmla="*/ 877624 h 1972800"/>
                <a:gd name="connsiteX247" fmla="*/ 4674332 w 11362354"/>
                <a:gd name="connsiteY247" fmla="*/ 883528 h 1972800"/>
                <a:gd name="connsiteX248" fmla="*/ 4669465 w 11362354"/>
                <a:gd name="connsiteY248" fmla="*/ 993787 h 1972800"/>
                <a:gd name="connsiteX249" fmla="*/ 4189743 w 11362354"/>
                <a:gd name="connsiteY249" fmla="*/ 993787 h 1972800"/>
                <a:gd name="connsiteX250" fmla="*/ 4199211 w 11362354"/>
                <a:gd name="connsiteY250" fmla="*/ 877624 h 1972800"/>
                <a:gd name="connsiteX251" fmla="*/ 3291213 w 11362354"/>
                <a:gd name="connsiteY251" fmla="*/ 877624 h 1972800"/>
                <a:gd name="connsiteX252" fmla="*/ 3766173 w 11362354"/>
                <a:gd name="connsiteY252" fmla="*/ 877624 h 1972800"/>
                <a:gd name="connsiteX253" fmla="*/ 3775650 w 11362354"/>
                <a:gd name="connsiteY253" fmla="*/ 993787 h 1972800"/>
                <a:gd name="connsiteX254" fmla="*/ 3295989 w 11362354"/>
                <a:gd name="connsiteY254" fmla="*/ 993787 h 1972800"/>
                <a:gd name="connsiteX255" fmla="*/ 3291057 w 11362354"/>
                <a:gd name="connsiteY255" fmla="*/ 883528 h 1972800"/>
                <a:gd name="connsiteX256" fmla="*/ 10461146 w 11362354"/>
                <a:gd name="connsiteY256" fmla="*/ 710797 h 1972800"/>
                <a:gd name="connsiteX257" fmla="*/ 11109160 w 11362354"/>
                <a:gd name="connsiteY257" fmla="*/ 710797 h 1972800"/>
                <a:gd name="connsiteX258" fmla="*/ 11109162 w 11362354"/>
                <a:gd name="connsiteY258" fmla="*/ 710798 h 1972800"/>
                <a:gd name="connsiteX259" fmla="*/ 11121245 w 11362354"/>
                <a:gd name="connsiteY259" fmla="*/ 710798 h 1972800"/>
                <a:gd name="connsiteX260" fmla="*/ 11122337 w 11362354"/>
                <a:gd name="connsiteY260" fmla="*/ 711693 h 1972800"/>
                <a:gd name="connsiteX261" fmla="*/ 11118350 w 11362354"/>
                <a:gd name="connsiteY261" fmla="*/ 711693 h 1972800"/>
                <a:gd name="connsiteX262" fmla="*/ 11213739 w 11362354"/>
                <a:gd name="connsiteY262" fmla="*/ 797219 h 1972800"/>
                <a:gd name="connsiteX263" fmla="*/ 10517279 w 11362354"/>
                <a:gd name="connsiteY263" fmla="*/ 797218 h 1972800"/>
                <a:gd name="connsiteX264" fmla="*/ 10461146 w 11362354"/>
                <a:gd name="connsiteY264" fmla="*/ 710797 h 1972800"/>
                <a:gd name="connsiteX265" fmla="*/ 9781432 w 11362354"/>
                <a:gd name="connsiteY265" fmla="*/ 709293 h 1972800"/>
                <a:gd name="connsiteX266" fmla="*/ 10286039 w 11362354"/>
                <a:gd name="connsiteY266" fmla="*/ 709293 h 1972800"/>
                <a:gd name="connsiteX267" fmla="*/ 10286039 w 11362354"/>
                <a:gd name="connsiteY267" fmla="*/ 795531 h 1972800"/>
                <a:gd name="connsiteX268" fmla="*/ 9781432 w 11362354"/>
                <a:gd name="connsiteY268" fmla="*/ 795531 h 1972800"/>
                <a:gd name="connsiteX269" fmla="*/ 8877431 w 11362354"/>
                <a:gd name="connsiteY269" fmla="*/ 709293 h 1972800"/>
                <a:gd name="connsiteX270" fmla="*/ 9382033 w 11362354"/>
                <a:gd name="connsiteY270" fmla="*/ 709293 h 1972800"/>
                <a:gd name="connsiteX271" fmla="*/ 9382033 w 11362354"/>
                <a:gd name="connsiteY271" fmla="*/ 795531 h 1972800"/>
                <a:gd name="connsiteX272" fmla="*/ 8877431 w 11362354"/>
                <a:gd name="connsiteY272" fmla="*/ 795531 h 1972800"/>
                <a:gd name="connsiteX273" fmla="*/ 8042875 w 11362354"/>
                <a:gd name="connsiteY273" fmla="*/ 709293 h 1972800"/>
                <a:gd name="connsiteX274" fmla="*/ 8501703 w 11362354"/>
                <a:gd name="connsiteY274" fmla="*/ 709293 h 1972800"/>
                <a:gd name="connsiteX275" fmla="*/ 8501703 w 11362354"/>
                <a:gd name="connsiteY275" fmla="*/ 795531 h 1972800"/>
                <a:gd name="connsiteX276" fmla="*/ 8042875 w 11362354"/>
                <a:gd name="connsiteY276" fmla="*/ 795531 h 1972800"/>
                <a:gd name="connsiteX277" fmla="*/ 7193139 w 11362354"/>
                <a:gd name="connsiteY277" fmla="*/ 709293 h 1972800"/>
                <a:gd name="connsiteX278" fmla="*/ 7996240 w 11362354"/>
                <a:gd name="connsiteY278" fmla="*/ 709293 h 1972800"/>
                <a:gd name="connsiteX279" fmla="*/ 8036152 w 11362354"/>
                <a:gd name="connsiteY279" fmla="*/ 795531 h 1972800"/>
                <a:gd name="connsiteX280" fmla="*/ 7193139 w 11362354"/>
                <a:gd name="connsiteY280" fmla="*/ 795531 h 1972800"/>
                <a:gd name="connsiteX281" fmla="*/ 6188669 w 11362354"/>
                <a:gd name="connsiteY281" fmla="*/ 709293 h 1972800"/>
                <a:gd name="connsiteX282" fmla="*/ 6674501 w 11362354"/>
                <a:gd name="connsiteY282" fmla="*/ 709293 h 1972800"/>
                <a:gd name="connsiteX283" fmla="*/ 6674501 w 11362354"/>
                <a:gd name="connsiteY283" fmla="*/ 714671 h 1972800"/>
                <a:gd name="connsiteX284" fmla="*/ 7056268 w 11362354"/>
                <a:gd name="connsiteY284" fmla="*/ 714671 h 1972800"/>
                <a:gd name="connsiteX285" fmla="*/ 7056268 w 11362354"/>
                <a:gd name="connsiteY285" fmla="*/ 795531 h 1972800"/>
                <a:gd name="connsiteX286" fmla="*/ 6188669 w 11362354"/>
                <a:gd name="connsiteY286" fmla="*/ 795531 h 1972800"/>
                <a:gd name="connsiteX287" fmla="*/ 5574793 w 11362354"/>
                <a:gd name="connsiteY287" fmla="*/ 709293 h 1972800"/>
                <a:gd name="connsiteX288" fmla="*/ 6073294 w 11362354"/>
                <a:gd name="connsiteY288" fmla="*/ 709293 h 1972800"/>
                <a:gd name="connsiteX289" fmla="*/ 6073294 w 11362354"/>
                <a:gd name="connsiteY289" fmla="*/ 795531 h 1972800"/>
                <a:gd name="connsiteX290" fmla="*/ 5574793 w 11362354"/>
                <a:gd name="connsiteY290" fmla="*/ 795531 h 1972800"/>
                <a:gd name="connsiteX291" fmla="*/ 4792811 w 11362354"/>
                <a:gd name="connsiteY291" fmla="*/ 709293 h 1972800"/>
                <a:gd name="connsiteX292" fmla="*/ 5291307 w 11362354"/>
                <a:gd name="connsiteY292" fmla="*/ 709293 h 1972800"/>
                <a:gd name="connsiteX293" fmla="*/ 5291307 w 11362354"/>
                <a:gd name="connsiteY293" fmla="*/ 795531 h 1972800"/>
                <a:gd name="connsiteX294" fmla="*/ 4792811 w 11362354"/>
                <a:gd name="connsiteY294" fmla="*/ 795531 h 1972800"/>
                <a:gd name="connsiteX295" fmla="*/ 2285298 w 11362354"/>
                <a:gd name="connsiteY295" fmla="*/ 709293 h 1972800"/>
                <a:gd name="connsiteX296" fmla="*/ 2771132 w 11362354"/>
                <a:gd name="connsiteY296" fmla="*/ 709293 h 1972800"/>
                <a:gd name="connsiteX297" fmla="*/ 2771132 w 11362354"/>
                <a:gd name="connsiteY297" fmla="*/ 714671 h 1972800"/>
                <a:gd name="connsiteX298" fmla="*/ 3161500 w 11362354"/>
                <a:gd name="connsiteY298" fmla="*/ 714671 h 1972800"/>
                <a:gd name="connsiteX299" fmla="*/ 3161500 w 11362354"/>
                <a:gd name="connsiteY299" fmla="*/ 795531 h 1972800"/>
                <a:gd name="connsiteX300" fmla="*/ 2285298 w 11362354"/>
                <a:gd name="connsiteY300" fmla="*/ 795531 h 1972800"/>
                <a:gd name="connsiteX301" fmla="*/ 1709143 w 11362354"/>
                <a:gd name="connsiteY301" fmla="*/ 709293 h 1972800"/>
                <a:gd name="connsiteX302" fmla="*/ 2169670 w 11362354"/>
                <a:gd name="connsiteY302" fmla="*/ 709293 h 1972800"/>
                <a:gd name="connsiteX303" fmla="*/ 2145130 w 11362354"/>
                <a:gd name="connsiteY303" fmla="*/ 795531 h 1972800"/>
                <a:gd name="connsiteX304" fmla="*/ 1595923 w 11362354"/>
                <a:gd name="connsiteY304" fmla="*/ 795531 h 1972800"/>
                <a:gd name="connsiteX305" fmla="*/ 1709143 w 11362354"/>
                <a:gd name="connsiteY305" fmla="*/ 709293 h 1972800"/>
                <a:gd name="connsiteX306" fmla="*/ 985097 w 11362354"/>
                <a:gd name="connsiteY306" fmla="*/ 709293 h 1972800"/>
                <a:gd name="connsiteX307" fmla="*/ 1469893 w 11362354"/>
                <a:gd name="connsiteY307" fmla="*/ 709293 h 1972800"/>
                <a:gd name="connsiteX308" fmla="*/ 1469893 w 11362354"/>
                <a:gd name="connsiteY308" fmla="*/ 795531 h 1972800"/>
                <a:gd name="connsiteX309" fmla="*/ 985097 w 11362354"/>
                <a:gd name="connsiteY309" fmla="*/ 795531 h 1972800"/>
                <a:gd name="connsiteX310" fmla="*/ 0 w 11362354"/>
                <a:gd name="connsiteY310" fmla="*/ 709293 h 1972800"/>
                <a:gd name="connsiteX311" fmla="*/ 877145 w 11362354"/>
                <a:gd name="connsiteY311" fmla="*/ 709293 h 1972800"/>
                <a:gd name="connsiteX312" fmla="*/ 877145 w 11362354"/>
                <a:gd name="connsiteY312" fmla="*/ 795531 h 1972800"/>
                <a:gd name="connsiteX313" fmla="*/ 0 w 11362354"/>
                <a:gd name="connsiteY313" fmla="*/ 795531 h 1972800"/>
                <a:gd name="connsiteX314" fmla="*/ 4189251 w 11362354"/>
                <a:gd name="connsiteY314" fmla="*/ 709292 h 1972800"/>
                <a:gd name="connsiteX315" fmla="*/ 4662658 w 11362354"/>
                <a:gd name="connsiteY315" fmla="*/ 709292 h 1972800"/>
                <a:gd name="connsiteX316" fmla="*/ 4671191 w 11362354"/>
                <a:gd name="connsiteY316" fmla="*/ 795530 h 1972800"/>
                <a:gd name="connsiteX317" fmla="*/ 4197682 w 11362354"/>
                <a:gd name="connsiteY317" fmla="*/ 795530 h 1972800"/>
                <a:gd name="connsiteX318" fmla="*/ 4189251 w 11362354"/>
                <a:gd name="connsiteY318" fmla="*/ 709292 h 1972800"/>
                <a:gd name="connsiteX319" fmla="*/ 3302730 w 11362354"/>
                <a:gd name="connsiteY319" fmla="*/ 709292 h 1972800"/>
                <a:gd name="connsiteX320" fmla="*/ 3776138 w 11362354"/>
                <a:gd name="connsiteY320" fmla="*/ 709292 h 1972800"/>
                <a:gd name="connsiteX321" fmla="*/ 3767701 w 11362354"/>
                <a:gd name="connsiteY321" fmla="*/ 795530 h 1972800"/>
                <a:gd name="connsiteX322" fmla="*/ 3294197 w 11362354"/>
                <a:gd name="connsiteY322" fmla="*/ 795530 h 1972800"/>
                <a:gd name="connsiteX323" fmla="*/ 3302730 w 11362354"/>
                <a:gd name="connsiteY323" fmla="*/ 709292 h 1972800"/>
                <a:gd name="connsiteX324" fmla="*/ 10418948 w 11362354"/>
                <a:gd name="connsiteY324" fmla="*/ 565540 h 1972800"/>
                <a:gd name="connsiteX325" fmla="*/ 10949595 w 11362354"/>
                <a:gd name="connsiteY325" fmla="*/ 565540 h 1972800"/>
                <a:gd name="connsiteX326" fmla="*/ 10964075 w 11362354"/>
                <a:gd name="connsiteY326" fmla="*/ 577567 h 1972800"/>
                <a:gd name="connsiteX327" fmla="*/ 11026395 w 11362354"/>
                <a:gd name="connsiteY327" fmla="*/ 628529 h 1972800"/>
                <a:gd name="connsiteX328" fmla="*/ 10434083 w 11362354"/>
                <a:gd name="connsiteY328" fmla="*/ 628529 h 1972800"/>
                <a:gd name="connsiteX329" fmla="*/ 10418948 w 11362354"/>
                <a:gd name="connsiteY329" fmla="*/ 565540 h 1972800"/>
                <a:gd name="connsiteX330" fmla="*/ 9781432 w 11362354"/>
                <a:gd name="connsiteY330" fmla="*/ 564344 h 1972800"/>
                <a:gd name="connsiteX331" fmla="*/ 10286039 w 11362354"/>
                <a:gd name="connsiteY331" fmla="*/ 564344 h 1972800"/>
                <a:gd name="connsiteX332" fmla="*/ 10286039 w 11362354"/>
                <a:gd name="connsiteY332" fmla="*/ 627199 h 1972800"/>
                <a:gd name="connsiteX333" fmla="*/ 9781432 w 11362354"/>
                <a:gd name="connsiteY333" fmla="*/ 627199 h 1972800"/>
                <a:gd name="connsiteX334" fmla="*/ 8877431 w 11362354"/>
                <a:gd name="connsiteY334" fmla="*/ 564344 h 1972800"/>
                <a:gd name="connsiteX335" fmla="*/ 9382033 w 11362354"/>
                <a:gd name="connsiteY335" fmla="*/ 564344 h 1972800"/>
                <a:gd name="connsiteX336" fmla="*/ 9382033 w 11362354"/>
                <a:gd name="connsiteY336" fmla="*/ 627199 h 1972800"/>
                <a:gd name="connsiteX337" fmla="*/ 8877431 w 11362354"/>
                <a:gd name="connsiteY337" fmla="*/ 627199 h 1972800"/>
                <a:gd name="connsiteX338" fmla="*/ 8042875 w 11362354"/>
                <a:gd name="connsiteY338" fmla="*/ 564344 h 1972800"/>
                <a:gd name="connsiteX339" fmla="*/ 8501703 w 11362354"/>
                <a:gd name="connsiteY339" fmla="*/ 564344 h 1972800"/>
                <a:gd name="connsiteX340" fmla="*/ 8501703 w 11362354"/>
                <a:gd name="connsiteY340" fmla="*/ 627199 h 1972800"/>
                <a:gd name="connsiteX341" fmla="*/ 8042875 w 11362354"/>
                <a:gd name="connsiteY341" fmla="*/ 627199 h 1972800"/>
                <a:gd name="connsiteX342" fmla="*/ 7193139 w 11362354"/>
                <a:gd name="connsiteY342" fmla="*/ 564344 h 1972800"/>
                <a:gd name="connsiteX343" fmla="*/ 7929154 w 11362354"/>
                <a:gd name="connsiteY343" fmla="*/ 564344 h 1972800"/>
                <a:gd name="connsiteX344" fmla="*/ 7958244 w 11362354"/>
                <a:gd name="connsiteY344" fmla="*/ 627199 h 1972800"/>
                <a:gd name="connsiteX345" fmla="*/ 7193139 w 11362354"/>
                <a:gd name="connsiteY345" fmla="*/ 627199 h 1972800"/>
                <a:gd name="connsiteX346" fmla="*/ 6188669 w 11362354"/>
                <a:gd name="connsiteY346" fmla="*/ 564344 h 1972800"/>
                <a:gd name="connsiteX347" fmla="*/ 6674501 w 11362354"/>
                <a:gd name="connsiteY347" fmla="*/ 564344 h 1972800"/>
                <a:gd name="connsiteX348" fmla="*/ 6674501 w 11362354"/>
                <a:gd name="connsiteY348" fmla="*/ 627199 h 1972800"/>
                <a:gd name="connsiteX349" fmla="*/ 6188669 w 11362354"/>
                <a:gd name="connsiteY349" fmla="*/ 627199 h 1972800"/>
                <a:gd name="connsiteX350" fmla="*/ 5574793 w 11362354"/>
                <a:gd name="connsiteY350" fmla="*/ 564344 h 1972800"/>
                <a:gd name="connsiteX351" fmla="*/ 6073294 w 11362354"/>
                <a:gd name="connsiteY351" fmla="*/ 564344 h 1972800"/>
                <a:gd name="connsiteX352" fmla="*/ 6073294 w 11362354"/>
                <a:gd name="connsiteY352" fmla="*/ 627199 h 1972800"/>
                <a:gd name="connsiteX353" fmla="*/ 5574793 w 11362354"/>
                <a:gd name="connsiteY353" fmla="*/ 627199 h 1972800"/>
                <a:gd name="connsiteX354" fmla="*/ 4792811 w 11362354"/>
                <a:gd name="connsiteY354" fmla="*/ 564344 h 1972800"/>
                <a:gd name="connsiteX355" fmla="*/ 5291307 w 11362354"/>
                <a:gd name="connsiteY355" fmla="*/ 564344 h 1972800"/>
                <a:gd name="connsiteX356" fmla="*/ 5291307 w 11362354"/>
                <a:gd name="connsiteY356" fmla="*/ 627199 h 1972800"/>
                <a:gd name="connsiteX357" fmla="*/ 4792811 w 11362354"/>
                <a:gd name="connsiteY357" fmla="*/ 627199 h 1972800"/>
                <a:gd name="connsiteX358" fmla="*/ 2285298 w 11362354"/>
                <a:gd name="connsiteY358" fmla="*/ 564344 h 1972800"/>
                <a:gd name="connsiteX359" fmla="*/ 2771132 w 11362354"/>
                <a:gd name="connsiteY359" fmla="*/ 564344 h 1972800"/>
                <a:gd name="connsiteX360" fmla="*/ 2771132 w 11362354"/>
                <a:gd name="connsiteY360" fmla="*/ 627199 h 1972800"/>
                <a:gd name="connsiteX361" fmla="*/ 2285298 w 11362354"/>
                <a:gd name="connsiteY361" fmla="*/ 627199 h 1972800"/>
                <a:gd name="connsiteX362" fmla="*/ 1743635 w 11362354"/>
                <a:gd name="connsiteY362" fmla="*/ 564344 h 1972800"/>
                <a:gd name="connsiteX363" fmla="*/ 2184512 w 11362354"/>
                <a:gd name="connsiteY363" fmla="*/ 564344 h 1972800"/>
                <a:gd name="connsiteX364" fmla="*/ 2184779 w 11362354"/>
                <a:gd name="connsiteY364" fmla="*/ 571975 h 1972800"/>
                <a:gd name="connsiteX365" fmla="*/ 2181588 w 11362354"/>
                <a:gd name="connsiteY365" fmla="*/ 627199 h 1972800"/>
                <a:gd name="connsiteX366" fmla="*/ 1742032 w 11362354"/>
                <a:gd name="connsiteY366" fmla="*/ 627199 h 1972800"/>
                <a:gd name="connsiteX367" fmla="*/ 1746020 w 11362354"/>
                <a:gd name="connsiteY367" fmla="*/ 587881 h 1972800"/>
                <a:gd name="connsiteX368" fmla="*/ 985097 w 11362354"/>
                <a:gd name="connsiteY368" fmla="*/ 564344 h 1972800"/>
                <a:gd name="connsiteX369" fmla="*/ 1469893 w 11362354"/>
                <a:gd name="connsiteY369" fmla="*/ 564344 h 1972800"/>
                <a:gd name="connsiteX370" fmla="*/ 1469893 w 11362354"/>
                <a:gd name="connsiteY370" fmla="*/ 627199 h 1972800"/>
                <a:gd name="connsiteX371" fmla="*/ 985097 w 11362354"/>
                <a:gd name="connsiteY371" fmla="*/ 627199 h 1972800"/>
                <a:gd name="connsiteX372" fmla="*/ 0 w 11362354"/>
                <a:gd name="connsiteY372" fmla="*/ 564344 h 1972800"/>
                <a:gd name="connsiteX373" fmla="*/ 505721 w 11362354"/>
                <a:gd name="connsiteY373" fmla="*/ 564344 h 1972800"/>
                <a:gd name="connsiteX374" fmla="*/ 505721 w 11362354"/>
                <a:gd name="connsiteY374" fmla="*/ 627199 h 1972800"/>
                <a:gd name="connsiteX375" fmla="*/ 0 w 11362354"/>
                <a:gd name="connsiteY375" fmla="*/ 627199 h 1972800"/>
                <a:gd name="connsiteX376" fmla="*/ 4156173 w 11362354"/>
                <a:gd name="connsiteY376" fmla="*/ 564343 h 1972800"/>
                <a:gd name="connsiteX377" fmla="*/ 4635244 w 11362354"/>
                <a:gd name="connsiteY377" fmla="*/ 564343 h 1972800"/>
                <a:gd name="connsiteX378" fmla="*/ 4649285 w 11362354"/>
                <a:gd name="connsiteY378" fmla="*/ 627198 h 1972800"/>
                <a:gd name="connsiteX379" fmla="*/ 4173561 w 11362354"/>
                <a:gd name="connsiteY379" fmla="*/ 627198 h 1972800"/>
                <a:gd name="connsiteX380" fmla="*/ 4156173 w 11362354"/>
                <a:gd name="connsiteY380" fmla="*/ 564343 h 1972800"/>
                <a:gd name="connsiteX381" fmla="*/ 3330140 w 11362354"/>
                <a:gd name="connsiteY381" fmla="*/ 564343 h 1972800"/>
                <a:gd name="connsiteX382" fmla="*/ 3809216 w 11362354"/>
                <a:gd name="connsiteY382" fmla="*/ 564343 h 1972800"/>
                <a:gd name="connsiteX383" fmla="*/ 3791828 w 11362354"/>
                <a:gd name="connsiteY383" fmla="*/ 627198 h 1972800"/>
                <a:gd name="connsiteX384" fmla="*/ 3316108 w 11362354"/>
                <a:gd name="connsiteY384" fmla="*/ 627198 h 1972800"/>
                <a:gd name="connsiteX385" fmla="*/ 3330140 w 11362354"/>
                <a:gd name="connsiteY385" fmla="*/ 564343 h 1972800"/>
                <a:gd name="connsiteX386" fmla="*/ 11305691 w 11362354"/>
                <a:gd name="connsiteY386" fmla="*/ 441367 h 1972800"/>
                <a:gd name="connsiteX387" fmla="*/ 11306110 w 11362354"/>
                <a:gd name="connsiteY387" fmla="*/ 441367 h 1972800"/>
                <a:gd name="connsiteX388" fmla="*/ 11306110 w 11362354"/>
                <a:gd name="connsiteY388" fmla="*/ 441726 h 1972800"/>
                <a:gd name="connsiteX389" fmla="*/ 10419150 w 11362354"/>
                <a:gd name="connsiteY389" fmla="*/ 441367 h 1972800"/>
                <a:gd name="connsiteX390" fmla="*/ 10893359 w 11362354"/>
                <a:gd name="connsiteY390" fmla="*/ 441367 h 1972800"/>
                <a:gd name="connsiteX391" fmla="*/ 10894757 w 11362354"/>
                <a:gd name="connsiteY391" fmla="*/ 483273 h 1972800"/>
                <a:gd name="connsiteX392" fmla="*/ 10419058 w 11362354"/>
                <a:gd name="connsiteY392" fmla="*/ 483273 h 1972800"/>
                <a:gd name="connsiteX393" fmla="*/ 10417854 w 11362354"/>
                <a:gd name="connsiteY393" fmla="*/ 463084 h 1972800"/>
                <a:gd name="connsiteX394" fmla="*/ 9781432 w 11362354"/>
                <a:gd name="connsiteY394" fmla="*/ 440432 h 1972800"/>
                <a:gd name="connsiteX395" fmla="*/ 10286039 w 11362354"/>
                <a:gd name="connsiteY395" fmla="*/ 440432 h 1972800"/>
                <a:gd name="connsiteX396" fmla="*/ 10286039 w 11362354"/>
                <a:gd name="connsiteY396" fmla="*/ 482250 h 1972800"/>
                <a:gd name="connsiteX397" fmla="*/ 9781432 w 11362354"/>
                <a:gd name="connsiteY397" fmla="*/ 482250 h 1972800"/>
                <a:gd name="connsiteX398" fmla="*/ 8877431 w 11362354"/>
                <a:gd name="connsiteY398" fmla="*/ 440432 h 1972800"/>
                <a:gd name="connsiteX399" fmla="*/ 9382033 w 11362354"/>
                <a:gd name="connsiteY399" fmla="*/ 440432 h 1972800"/>
                <a:gd name="connsiteX400" fmla="*/ 9382033 w 11362354"/>
                <a:gd name="connsiteY400" fmla="*/ 482250 h 1972800"/>
                <a:gd name="connsiteX401" fmla="*/ 8877431 w 11362354"/>
                <a:gd name="connsiteY401" fmla="*/ 482250 h 1972800"/>
                <a:gd name="connsiteX402" fmla="*/ 8042875 w 11362354"/>
                <a:gd name="connsiteY402" fmla="*/ 440432 h 1972800"/>
                <a:gd name="connsiteX403" fmla="*/ 8501703 w 11362354"/>
                <a:gd name="connsiteY403" fmla="*/ 440432 h 1972800"/>
                <a:gd name="connsiteX404" fmla="*/ 8501703 w 11362354"/>
                <a:gd name="connsiteY404" fmla="*/ 482250 h 1972800"/>
                <a:gd name="connsiteX405" fmla="*/ 8042875 w 11362354"/>
                <a:gd name="connsiteY405" fmla="*/ 482250 h 1972800"/>
                <a:gd name="connsiteX406" fmla="*/ 7193139 w 11362354"/>
                <a:gd name="connsiteY406" fmla="*/ 440432 h 1972800"/>
                <a:gd name="connsiteX407" fmla="*/ 7871807 w 11362354"/>
                <a:gd name="connsiteY407" fmla="*/ 440432 h 1972800"/>
                <a:gd name="connsiteX408" fmla="*/ 7891162 w 11362354"/>
                <a:gd name="connsiteY408" fmla="*/ 482250 h 1972800"/>
                <a:gd name="connsiteX409" fmla="*/ 7193139 w 11362354"/>
                <a:gd name="connsiteY409" fmla="*/ 482250 h 1972800"/>
                <a:gd name="connsiteX410" fmla="*/ 6188669 w 11362354"/>
                <a:gd name="connsiteY410" fmla="*/ 440432 h 1972800"/>
                <a:gd name="connsiteX411" fmla="*/ 6674501 w 11362354"/>
                <a:gd name="connsiteY411" fmla="*/ 440432 h 1972800"/>
                <a:gd name="connsiteX412" fmla="*/ 6674501 w 11362354"/>
                <a:gd name="connsiteY412" fmla="*/ 482250 h 1972800"/>
                <a:gd name="connsiteX413" fmla="*/ 6188669 w 11362354"/>
                <a:gd name="connsiteY413" fmla="*/ 482250 h 1972800"/>
                <a:gd name="connsiteX414" fmla="*/ 5574793 w 11362354"/>
                <a:gd name="connsiteY414" fmla="*/ 440432 h 1972800"/>
                <a:gd name="connsiteX415" fmla="*/ 6073294 w 11362354"/>
                <a:gd name="connsiteY415" fmla="*/ 440432 h 1972800"/>
                <a:gd name="connsiteX416" fmla="*/ 6073294 w 11362354"/>
                <a:gd name="connsiteY416" fmla="*/ 482250 h 1972800"/>
                <a:gd name="connsiteX417" fmla="*/ 5574793 w 11362354"/>
                <a:gd name="connsiteY417" fmla="*/ 482250 h 1972800"/>
                <a:gd name="connsiteX418" fmla="*/ 4792811 w 11362354"/>
                <a:gd name="connsiteY418" fmla="*/ 440432 h 1972800"/>
                <a:gd name="connsiteX419" fmla="*/ 5291307 w 11362354"/>
                <a:gd name="connsiteY419" fmla="*/ 440432 h 1972800"/>
                <a:gd name="connsiteX420" fmla="*/ 5291307 w 11362354"/>
                <a:gd name="connsiteY420" fmla="*/ 482250 h 1972800"/>
                <a:gd name="connsiteX421" fmla="*/ 4792811 w 11362354"/>
                <a:gd name="connsiteY421" fmla="*/ 482250 h 1972800"/>
                <a:gd name="connsiteX422" fmla="*/ 2285298 w 11362354"/>
                <a:gd name="connsiteY422" fmla="*/ 440432 h 1972800"/>
                <a:gd name="connsiteX423" fmla="*/ 2771132 w 11362354"/>
                <a:gd name="connsiteY423" fmla="*/ 440432 h 1972800"/>
                <a:gd name="connsiteX424" fmla="*/ 2771132 w 11362354"/>
                <a:gd name="connsiteY424" fmla="*/ 482250 h 1972800"/>
                <a:gd name="connsiteX425" fmla="*/ 2285298 w 11362354"/>
                <a:gd name="connsiteY425" fmla="*/ 482250 h 1972800"/>
                <a:gd name="connsiteX426" fmla="*/ 1688066 w 11362354"/>
                <a:gd name="connsiteY426" fmla="*/ 440432 h 1972800"/>
                <a:gd name="connsiteX427" fmla="*/ 2171374 w 11362354"/>
                <a:gd name="connsiteY427" fmla="*/ 440432 h 1972800"/>
                <a:gd name="connsiteX428" fmla="*/ 2178605 w 11362354"/>
                <a:gd name="connsiteY428" fmla="*/ 482250 h 1972800"/>
                <a:gd name="connsiteX429" fmla="*/ 1717768 w 11362354"/>
                <a:gd name="connsiteY429" fmla="*/ 482250 h 1972800"/>
                <a:gd name="connsiteX430" fmla="*/ 1688066 w 11362354"/>
                <a:gd name="connsiteY430" fmla="*/ 440432 h 1972800"/>
                <a:gd name="connsiteX431" fmla="*/ 985097 w 11362354"/>
                <a:gd name="connsiteY431" fmla="*/ 440432 h 1972800"/>
                <a:gd name="connsiteX432" fmla="*/ 1469893 w 11362354"/>
                <a:gd name="connsiteY432" fmla="*/ 440432 h 1972800"/>
                <a:gd name="connsiteX433" fmla="*/ 1469893 w 11362354"/>
                <a:gd name="connsiteY433" fmla="*/ 482250 h 1972800"/>
                <a:gd name="connsiteX434" fmla="*/ 985097 w 11362354"/>
                <a:gd name="connsiteY434" fmla="*/ 482250 h 1972800"/>
                <a:gd name="connsiteX435" fmla="*/ 0 w 11362354"/>
                <a:gd name="connsiteY435" fmla="*/ 440432 h 1972800"/>
                <a:gd name="connsiteX436" fmla="*/ 505721 w 11362354"/>
                <a:gd name="connsiteY436" fmla="*/ 440432 h 1972800"/>
                <a:gd name="connsiteX437" fmla="*/ 505721 w 11362354"/>
                <a:gd name="connsiteY437" fmla="*/ 482250 h 1972800"/>
                <a:gd name="connsiteX438" fmla="*/ 0 w 11362354"/>
                <a:gd name="connsiteY438" fmla="*/ 482250 h 1972800"/>
                <a:gd name="connsiteX439" fmla="*/ 4093268 w 11362354"/>
                <a:gd name="connsiteY439" fmla="*/ 440431 h 1972800"/>
                <a:gd name="connsiteX440" fmla="*/ 4597023 w 11362354"/>
                <a:gd name="connsiteY440" fmla="*/ 440431 h 1972800"/>
                <a:gd name="connsiteX441" fmla="*/ 4611768 w 11362354"/>
                <a:gd name="connsiteY441" fmla="*/ 482249 h 1972800"/>
                <a:gd name="connsiteX442" fmla="*/ 4120709 w 11362354"/>
                <a:gd name="connsiteY442" fmla="*/ 482249 h 1972800"/>
                <a:gd name="connsiteX443" fmla="*/ 4093268 w 11362354"/>
                <a:gd name="connsiteY443" fmla="*/ 440431 h 1972800"/>
                <a:gd name="connsiteX444" fmla="*/ 3368371 w 11362354"/>
                <a:gd name="connsiteY444" fmla="*/ 440431 h 1972800"/>
                <a:gd name="connsiteX445" fmla="*/ 3872116 w 11362354"/>
                <a:gd name="connsiteY445" fmla="*/ 440431 h 1972800"/>
                <a:gd name="connsiteX446" fmla="*/ 3844680 w 11362354"/>
                <a:gd name="connsiteY446" fmla="*/ 482249 h 1972800"/>
                <a:gd name="connsiteX447" fmla="*/ 3353616 w 11362354"/>
                <a:gd name="connsiteY447" fmla="*/ 482249 h 1972800"/>
                <a:gd name="connsiteX448" fmla="*/ 3368371 w 11362354"/>
                <a:gd name="connsiteY448" fmla="*/ 440431 h 1972800"/>
                <a:gd name="connsiteX449" fmla="*/ 11223979 w 11362354"/>
                <a:gd name="connsiteY449" fmla="*/ 437563 h 1972800"/>
                <a:gd name="connsiteX450" fmla="*/ 11304274 w 11362354"/>
                <a:gd name="connsiteY450" fmla="*/ 437563 h 1972800"/>
                <a:gd name="connsiteX451" fmla="*/ 11304274 w 11362354"/>
                <a:gd name="connsiteY451" fmla="*/ 487440 h 1972800"/>
                <a:gd name="connsiteX452" fmla="*/ 11274504 w 11362354"/>
                <a:gd name="connsiteY452" fmla="*/ 487440 h 1972800"/>
                <a:gd name="connsiteX453" fmla="*/ 10437485 w 11362354"/>
                <a:gd name="connsiteY453" fmla="*/ 312620 h 1972800"/>
                <a:gd name="connsiteX454" fmla="*/ 11305204 w 11362354"/>
                <a:gd name="connsiteY454" fmla="*/ 312620 h 1972800"/>
                <a:gd name="connsiteX455" fmla="*/ 11305204 w 11362354"/>
                <a:gd name="connsiteY455" fmla="*/ 323517 h 1972800"/>
                <a:gd name="connsiteX456" fmla="*/ 11306110 w 11362354"/>
                <a:gd name="connsiteY456" fmla="*/ 323517 h 1972800"/>
                <a:gd name="connsiteX457" fmla="*/ 11306110 w 11362354"/>
                <a:gd name="connsiteY457" fmla="*/ 351547 h 1972800"/>
                <a:gd name="connsiteX458" fmla="*/ 11306110 w 11362354"/>
                <a:gd name="connsiteY458" fmla="*/ 359098 h 1972800"/>
                <a:gd name="connsiteX459" fmla="*/ 11305204 w 11362354"/>
                <a:gd name="connsiteY459" fmla="*/ 359098 h 1972800"/>
                <a:gd name="connsiteX460" fmla="*/ 11305204 w 11362354"/>
                <a:gd name="connsiteY460" fmla="*/ 363528 h 1972800"/>
                <a:gd name="connsiteX461" fmla="*/ 10423824 w 11362354"/>
                <a:gd name="connsiteY461" fmla="*/ 363528 h 1972800"/>
                <a:gd name="connsiteX462" fmla="*/ 10429797 w 11362354"/>
                <a:gd name="connsiteY462" fmla="*/ 336441 h 1972800"/>
                <a:gd name="connsiteX463" fmla="*/ 9781432 w 11362354"/>
                <a:gd name="connsiteY463" fmla="*/ 312620 h 1972800"/>
                <a:gd name="connsiteX464" fmla="*/ 10286039 w 11362354"/>
                <a:gd name="connsiteY464" fmla="*/ 312620 h 1972800"/>
                <a:gd name="connsiteX465" fmla="*/ 10286039 w 11362354"/>
                <a:gd name="connsiteY465" fmla="*/ 322833 h 1972800"/>
                <a:gd name="connsiteX466" fmla="*/ 10286039 w 11362354"/>
                <a:gd name="connsiteY466" fmla="*/ 358338 h 1972800"/>
                <a:gd name="connsiteX467" fmla="*/ 10286039 w 11362354"/>
                <a:gd name="connsiteY467" fmla="*/ 358339 h 1972800"/>
                <a:gd name="connsiteX468" fmla="*/ 9781432 w 11362354"/>
                <a:gd name="connsiteY468" fmla="*/ 358339 h 1972800"/>
                <a:gd name="connsiteX469" fmla="*/ 9781432 w 11362354"/>
                <a:gd name="connsiteY469" fmla="*/ 358338 h 1972800"/>
                <a:gd name="connsiteX470" fmla="*/ 9781432 w 11362354"/>
                <a:gd name="connsiteY470" fmla="*/ 322833 h 1972800"/>
                <a:gd name="connsiteX471" fmla="*/ 8611213 w 11362354"/>
                <a:gd name="connsiteY471" fmla="*/ 312620 h 1972800"/>
                <a:gd name="connsiteX472" fmla="*/ 9666891 w 11362354"/>
                <a:gd name="connsiteY472" fmla="*/ 312620 h 1972800"/>
                <a:gd name="connsiteX473" fmla="*/ 9666891 w 11362354"/>
                <a:gd name="connsiteY473" fmla="*/ 322833 h 1972800"/>
                <a:gd name="connsiteX474" fmla="*/ 9668568 w 11362354"/>
                <a:gd name="connsiteY474" fmla="*/ 322833 h 1972800"/>
                <a:gd name="connsiteX475" fmla="*/ 9668568 w 11362354"/>
                <a:gd name="connsiteY475" fmla="*/ 358338 h 1972800"/>
                <a:gd name="connsiteX476" fmla="*/ 9666891 w 11362354"/>
                <a:gd name="connsiteY476" fmla="*/ 358338 h 1972800"/>
                <a:gd name="connsiteX477" fmla="*/ 9666891 w 11362354"/>
                <a:gd name="connsiteY477" fmla="*/ 358339 h 1972800"/>
                <a:gd name="connsiteX478" fmla="*/ 8611213 w 11362354"/>
                <a:gd name="connsiteY478" fmla="*/ 358339 h 1972800"/>
                <a:gd name="connsiteX479" fmla="*/ 8037009 w 11362354"/>
                <a:gd name="connsiteY479" fmla="*/ 312620 h 1972800"/>
                <a:gd name="connsiteX480" fmla="*/ 8500026 w 11362354"/>
                <a:gd name="connsiteY480" fmla="*/ 312620 h 1972800"/>
                <a:gd name="connsiteX481" fmla="*/ 8500026 w 11362354"/>
                <a:gd name="connsiteY481" fmla="*/ 322833 h 1972800"/>
                <a:gd name="connsiteX482" fmla="*/ 8501703 w 11362354"/>
                <a:gd name="connsiteY482" fmla="*/ 322833 h 1972800"/>
                <a:gd name="connsiteX483" fmla="*/ 8501703 w 11362354"/>
                <a:gd name="connsiteY483" fmla="*/ 358338 h 1972800"/>
                <a:gd name="connsiteX484" fmla="*/ 8500026 w 11362354"/>
                <a:gd name="connsiteY484" fmla="*/ 358338 h 1972800"/>
                <a:gd name="connsiteX485" fmla="*/ 8500026 w 11362354"/>
                <a:gd name="connsiteY485" fmla="*/ 358339 h 1972800"/>
                <a:gd name="connsiteX486" fmla="*/ 8037009 w 11362354"/>
                <a:gd name="connsiteY486" fmla="*/ 358339 h 1972800"/>
                <a:gd name="connsiteX487" fmla="*/ 7193139 w 11362354"/>
                <a:gd name="connsiteY487" fmla="*/ 312620 h 1972800"/>
                <a:gd name="connsiteX488" fmla="*/ 7812777 w 11362354"/>
                <a:gd name="connsiteY488" fmla="*/ 312620 h 1972800"/>
                <a:gd name="connsiteX489" fmla="*/ 7833342 w 11362354"/>
                <a:gd name="connsiteY489" fmla="*/ 357178 h 1972800"/>
                <a:gd name="connsiteX490" fmla="*/ 7833342 w 11362354"/>
                <a:gd name="connsiteY490" fmla="*/ 357314 h 1972800"/>
                <a:gd name="connsiteX491" fmla="*/ 7833816 w 11362354"/>
                <a:gd name="connsiteY491" fmla="*/ 358338 h 1972800"/>
                <a:gd name="connsiteX492" fmla="*/ 7833342 w 11362354"/>
                <a:gd name="connsiteY492" fmla="*/ 358338 h 1972800"/>
                <a:gd name="connsiteX493" fmla="*/ 7833342 w 11362354"/>
                <a:gd name="connsiteY493" fmla="*/ 358339 h 1972800"/>
                <a:gd name="connsiteX494" fmla="*/ 7193139 w 11362354"/>
                <a:gd name="connsiteY494" fmla="*/ 358339 h 1972800"/>
                <a:gd name="connsiteX495" fmla="*/ 7193139 w 11362354"/>
                <a:gd name="connsiteY495" fmla="*/ 358338 h 1972800"/>
                <a:gd name="connsiteX496" fmla="*/ 7193139 w 11362354"/>
                <a:gd name="connsiteY496" fmla="*/ 322833 h 1972800"/>
                <a:gd name="connsiteX497" fmla="*/ 6184479 w 11362354"/>
                <a:gd name="connsiteY497" fmla="*/ 312620 h 1972800"/>
                <a:gd name="connsiteX498" fmla="*/ 7080274 w 11362354"/>
                <a:gd name="connsiteY498" fmla="*/ 312620 h 1972800"/>
                <a:gd name="connsiteX499" fmla="*/ 7080274 w 11362354"/>
                <a:gd name="connsiteY499" fmla="*/ 322833 h 1972800"/>
                <a:gd name="connsiteX500" fmla="*/ 7080275 w 11362354"/>
                <a:gd name="connsiteY500" fmla="*/ 322833 h 1972800"/>
                <a:gd name="connsiteX501" fmla="*/ 7080275 w 11362354"/>
                <a:gd name="connsiteY501" fmla="*/ 358338 h 1972800"/>
                <a:gd name="connsiteX502" fmla="*/ 7080274 w 11362354"/>
                <a:gd name="connsiteY502" fmla="*/ 358338 h 1972800"/>
                <a:gd name="connsiteX503" fmla="*/ 7080274 w 11362354"/>
                <a:gd name="connsiteY503" fmla="*/ 358339 h 1972800"/>
                <a:gd name="connsiteX504" fmla="*/ 6184479 w 11362354"/>
                <a:gd name="connsiteY504" fmla="*/ 358339 h 1972800"/>
                <a:gd name="connsiteX505" fmla="*/ 5574793 w 11362354"/>
                <a:gd name="connsiteY505" fmla="*/ 312620 h 1972800"/>
                <a:gd name="connsiteX506" fmla="*/ 6073294 w 11362354"/>
                <a:gd name="connsiteY506" fmla="*/ 312620 h 1972800"/>
                <a:gd name="connsiteX507" fmla="*/ 6073294 w 11362354"/>
                <a:gd name="connsiteY507" fmla="*/ 322833 h 1972800"/>
                <a:gd name="connsiteX508" fmla="*/ 6073294 w 11362354"/>
                <a:gd name="connsiteY508" fmla="*/ 358338 h 1972800"/>
                <a:gd name="connsiteX509" fmla="*/ 6073294 w 11362354"/>
                <a:gd name="connsiteY509" fmla="*/ 358339 h 1972800"/>
                <a:gd name="connsiteX510" fmla="*/ 5574793 w 11362354"/>
                <a:gd name="connsiteY510" fmla="*/ 358339 h 1972800"/>
                <a:gd name="connsiteX511" fmla="*/ 5574793 w 11362354"/>
                <a:gd name="connsiteY511" fmla="*/ 358338 h 1972800"/>
                <a:gd name="connsiteX512" fmla="*/ 5574793 w 11362354"/>
                <a:gd name="connsiteY512" fmla="*/ 322833 h 1972800"/>
                <a:gd name="connsiteX513" fmla="*/ 4792811 w 11362354"/>
                <a:gd name="connsiteY513" fmla="*/ 312620 h 1972800"/>
                <a:gd name="connsiteX514" fmla="*/ 5291307 w 11362354"/>
                <a:gd name="connsiteY514" fmla="*/ 312620 h 1972800"/>
                <a:gd name="connsiteX515" fmla="*/ 5291307 w 11362354"/>
                <a:gd name="connsiteY515" fmla="*/ 322833 h 1972800"/>
                <a:gd name="connsiteX516" fmla="*/ 5291307 w 11362354"/>
                <a:gd name="connsiteY516" fmla="*/ 358338 h 1972800"/>
                <a:gd name="connsiteX517" fmla="*/ 5291307 w 11362354"/>
                <a:gd name="connsiteY517" fmla="*/ 358339 h 1972800"/>
                <a:gd name="connsiteX518" fmla="*/ 4792811 w 11362354"/>
                <a:gd name="connsiteY518" fmla="*/ 358339 h 1972800"/>
                <a:gd name="connsiteX519" fmla="*/ 4792811 w 11362354"/>
                <a:gd name="connsiteY519" fmla="*/ 358338 h 1972800"/>
                <a:gd name="connsiteX520" fmla="*/ 4792811 w 11362354"/>
                <a:gd name="connsiteY520" fmla="*/ 322833 h 1972800"/>
                <a:gd name="connsiteX521" fmla="*/ 2285298 w 11362354"/>
                <a:gd name="connsiteY521" fmla="*/ 312620 h 1972800"/>
                <a:gd name="connsiteX522" fmla="*/ 3183254 w 11362354"/>
                <a:gd name="connsiteY522" fmla="*/ 312620 h 1972800"/>
                <a:gd name="connsiteX523" fmla="*/ 3183254 w 11362354"/>
                <a:gd name="connsiteY523" fmla="*/ 322833 h 1972800"/>
                <a:gd name="connsiteX524" fmla="*/ 3183254 w 11362354"/>
                <a:gd name="connsiteY524" fmla="*/ 358338 h 1972800"/>
                <a:gd name="connsiteX525" fmla="*/ 3183254 w 11362354"/>
                <a:gd name="connsiteY525" fmla="*/ 358339 h 1972800"/>
                <a:gd name="connsiteX526" fmla="*/ 2285298 w 11362354"/>
                <a:gd name="connsiteY526" fmla="*/ 358339 h 1972800"/>
                <a:gd name="connsiteX527" fmla="*/ 2285298 w 11362354"/>
                <a:gd name="connsiteY527" fmla="*/ 358338 h 1972800"/>
                <a:gd name="connsiteX528" fmla="*/ 2285298 w 11362354"/>
                <a:gd name="connsiteY528" fmla="*/ 322833 h 1972800"/>
                <a:gd name="connsiteX529" fmla="*/ 985097 w 11362354"/>
                <a:gd name="connsiteY529" fmla="*/ 312620 h 1972800"/>
                <a:gd name="connsiteX530" fmla="*/ 2135110 w 11362354"/>
                <a:gd name="connsiteY530" fmla="*/ 312620 h 1972800"/>
                <a:gd name="connsiteX531" fmla="*/ 2148730 w 11362354"/>
                <a:gd name="connsiteY531" fmla="*/ 358335 h 1972800"/>
                <a:gd name="connsiteX532" fmla="*/ 2148731 w 11362354"/>
                <a:gd name="connsiteY532" fmla="*/ 358338 h 1972800"/>
                <a:gd name="connsiteX533" fmla="*/ 2148731 w 11362354"/>
                <a:gd name="connsiteY533" fmla="*/ 358339 h 1972800"/>
                <a:gd name="connsiteX534" fmla="*/ 985097 w 11362354"/>
                <a:gd name="connsiteY534" fmla="*/ 358339 h 1972800"/>
                <a:gd name="connsiteX535" fmla="*/ 985097 w 11362354"/>
                <a:gd name="connsiteY535" fmla="*/ 358338 h 1972800"/>
                <a:gd name="connsiteX536" fmla="*/ 985097 w 11362354"/>
                <a:gd name="connsiteY536" fmla="*/ 322833 h 1972800"/>
                <a:gd name="connsiteX537" fmla="*/ 0 w 11362354"/>
                <a:gd name="connsiteY537" fmla="*/ 312620 h 1972800"/>
                <a:gd name="connsiteX538" fmla="*/ 877145 w 11362354"/>
                <a:gd name="connsiteY538" fmla="*/ 312620 h 1972800"/>
                <a:gd name="connsiteX539" fmla="*/ 877145 w 11362354"/>
                <a:gd name="connsiteY539" fmla="*/ 322833 h 1972800"/>
                <a:gd name="connsiteX540" fmla="*/ 877145 w 11362354"/>
                <a:gd name="connsiteY540" fmla="*/ 358338 h 1972800"/>
                <a:gd name="connsiteX541" fmla="*/ 877145 w 11362354"/>
                <a:gd name="connsiteY541" fmla="*/ 358339 h 1972800"/>
                <a:gd name="connsiteX542" fmla="*/ 0 w 11362354"/>
                <a:gd name="connsiteY542" fmla="*/ 358339 h 1972800"/>
                <a:gd name="connsiteX543" fmla="*/ 0 w 11362354"/>
                <a:gd name="connsiteY543" fmla="*/ 358338 h 1972800"/>
                <a:gd name="connsiteX544" fmla="*/ 0 w 11362354"/>
                <a:gd name="connsiteY544" fmla="*/ 322833 h 1972800"/>
                <a:gd name="connsiteX545" fmla="*/ 3426524 w 11362354"/>
                <a:gd name="connsiteY545" fmla="*/ 311140 h 1972800"/>
                <a:gd name="connsiteX546" fmla="*/ 4541246 w 11362354"/>
                <a:gd name="connsiteY546" fmla="*/ 311140 h 1972800"/>
                <a:gd name="connsiteX547" fmla="*/ 4565836 w 11362354"/>
                <a:gd name="connsiteY547" fmla="*/ 363528 h 1972800"/>
                <a:gd name="connsiteX548" fmla="*/ 3720591 w 11362354"/>
                <a:gd name="connsiteY548" fmla="*/ 363528 h 1972800"/>
                <a:gd name="connsiteX549" fmla="*/ 3720591 w 11362354"/>
                <a:gd name="connsiteY549" fmla="*/ 361147 h 1972800"/>
                <a:gd name="connsiteX550" fmla="*/ 3403052 w 11362354"/>
                <a:gd name="connsiteY550" fmla="*/ 361147 h 1972800"/>
                <a:gd name="connsiteX551" fmla="*/ 10479636 w 11362354"/>
                <a:gd name="connsiteY551" fmla="*/ 204267 h 1972800"/>
                <a:gd name="connsiteX552" fmla="*/ 10671926 w 11362354"/>
                <a:gd name="connsiteY552" fmla="*/ 204267 h 1972800"/>
                <a:gd name="connsiteX553" fmla="*/ 11306110 w 11362354"/>
                <a:gd name="connsiteY553" fmla="*/ 204267 h 1972800"/>
                <a:gd name="connsiteX554" fmla="*/ 11306110 w 11362354"/>
                <a:gd name="connsiteY554" fmla="*/ 241250 h 1972800"/>
                <a:gd name="connsiteX555" fmla="*/ 10671926 w 11362354"/>
                <a:gd name="connsiteY555" fmla="*/ 241250 h 1972800"/>
                <a:gd name="connsiteX556" fmla="*/ 10463420 w 11362354"/>
                <a:gd name="connsiteY556" fmla="*/ 241250 h 1972800"/>
                <a:gd name="connsiteX557" fmla="*/ 9781432 w 11362354"/>
                <a:gd name="connsiteY557" fmla="*/ 203834 h 1972800"/>
                <a:gd name="connsiteX558" fmla="*/ 10286039 w 11362354"/>
                <a:gd name="connsiteY558" fmla="*/ 203834 h 1972800"/>
                <a:gd name="connsiteX559" fmla="*/ 10286039 w 11362354"/>
                <a:gd name="connsiteY559" fmla="*/ 240739 h 1972800"/>
                <a:gd name="connsiteX560" fmla="*/ 9781432 w 11362354"/>
                <a:gd name="connsiteY560" fmla="*/ 240739 h 1972800"/>
                <a:gd name="connsiteX561" fmla="*/ 8612890 w 11362354"/>
                <a:gd name="connsiteY561" fmla="*/ 203834 h 1972800"/>
                <a:gd name="connsiteX562" fmla="*/ 9668568 w 11362354"/>
                <a:gd name="connsiteY562" fmla="*/ 203834 h 1972800"/>
                <a:gd name="connsiteX563" fmla="*/ 9668568 w 11362354"/>
                <a:gd name="connsiteY563" fmla="*/ 240739 h 1972800"/>
                <a:gd name="connsiteX564" fmla="*/ 8612890 w 11362354"/>
                <a:gd name="connsiteY564" fmla="*/ 240739 h 1972800"/>
                <a:gd name="connsiteX565" fmla="*/ 8042875 w 11362354"/>
                <a:gd name="connsiteY565" fmla="*/ 203834 h 1972800"/>
                <a:gd name="connsiteX566" fmla="*/ 8501703 w 11362354"/>
                <a:gd name="connsiteY566" fmla="*/ 203834 h 1972800"/>
                <a:gd name="connsiteX567" fmla="*/ 8501703 w 11362354"/>
                <a:gd name="connsiteY567" fmla="*/ 240739 h 1972800"/>
                <a:gd name="connsiteX568" fmla="*/ 8042875 w 11362354"/>
                <a:gd name="connsiteY568" fmla="*/ 240739 h 1972800"/>
                <a:gd name="connsiteX569" fmla="*/ 7193139 w 11362354"/>
                <a:gd name="connsiteY569" fmla="*/ 203834 h 1972800"/>
                <a:gd name="connsiteX570" fmla="*/ 7762309 w 11362354"/>
                <a:gd name="connsiteY570" fmla="*/ 203834 h 1972800"/>
                <a:gd name="connsiteX571" fmla="*/ 7779389 w 11362354"/>
                <a:gd name="connsiteY571" fmla="*/ 240739 h 1972800"/>
                <a:gd name="connsiteX572" fmla="*/ 7193139 w 11362354"/>
                <a:gd name="connsiteY572" fmla="*/ 240739 h 1972800"/>
                <a:gd name="connsiteX573" fmla="*/ 6188669 w 11362354"/>
                <a:gd name="connsiteY573" fmla="*/ 203834 h 1972800"/>
                <a:gd name="connsiteX574" fmla="*/ 7080275 w 11362354"/>
                <a:gd name="connsiteY574" fmla="*/ 203834 h 1972800"/>
                <a:gd name="connsiteX575" fmla="*/ 7080275 w 11362354"/>
                <a:gd name="connsiteY575" fmla="*/ 240739 h 1972800"/>
                <a:gd name="connsiteX576" fmla="*/ 6188669 w 11362354"/>
                <a:gd name="connsiteY576" fmla="*/ 240739 h 1972800"/>
                <a:gd name="connsiteX577" fmla="*/ 5574793 w 11362354"/>
                <a:gd name="connsiteY577" fmla="*/ 203834 h 1972800"/>
                <a:gd name="connsiteX578" fmla="*/ 6073294 w 11362354"/>
                <a:gd name="connsiteY578" fmla="*/ 203834 h 1972800"/>
                <a:gd name="connsiteX579" fmla="*/ 6073294 w 11362354"/>
                <a:gd name="connsiteY579" fmla="*/ 240739 h 1972800"/>
                <a:gd name="connsiteX580" fmla="*/ 5574793 w 11362354"/>
                <a:gd name="connsiteY580" fmla="*/ 240739 h 1972800"/>
                <a:gd name="connsiteX581" fmla="*/ 4792811 w 11362354"/>
                <a:gd name="connsiteY581" fmla="*/ 203834 h 1972800"/>
                <a:gd name="connsiteX582" fmla="*/ 5291307 w 11362354"/>
                <a:gd name="connsiteY582" fmla="*/ 203834 h 1972800"/>
                <a:gd name="connsiteX583" fmla="*/ 5291307 w 11362354"/>
                <a:gd name="connsiteY583" fmla="*/ 240739 h 1972800"/>
                <a:gd name="connsiteX584" fmla="*/ 4792811 w 11362354"/>
                <a:gd name="connsiteY584" fmla="*/ 240739 h 1972800"/>
                <a:gd name="connsiteX585" fmla="*/ 2285298 w 11362354"/>
                <a:gd name="connsiteY585" fmla="*/ 203834 h 1972800"/>
                <a:gd name="connsiteX586" fmla="*/ 3183254 w 11362354"/>
                <a:gd name="connsiteY586" fmla="*/ 203834 h 1972800"/>
                <a:gd name="connsiteX587" fmla="*/ 3183254 w 11362354"/>
                <a:gd name="connsiteY587" fmla="*/ 240739 h 1972800"/>
                <a:gd name="connsiteX588" fmla="*/ 2285298 w 11362354"/>
                <a:gd name="connsiteY588" fmla="*/ 240739 h 1972800"/>
                <a:gd name="connsiteX589" fmla="*/ 985097 w 11362354"/>
                <a:gd name="connsiteY589" fmla="*/ 203834 h 1972800"/>
                <a:gd name="connsiteX590" fmla="*/ 2069184 w 11362354"/>
                <a:gd name="connsiteY590" fmla="*/ 203834 h 1972800"/>
                <a:gd name="connsiteX591" fmla="*/ 2093941 w 11362354"/>
                <a:gd name="connsiteY591" fmla="*/ 240739 h 1972800"/>
                <a:gd name="connsiteX592" fmla="*/ 985097 w 11362354"/>
                <a:gd name="connsiteY592" fmla="*/ 240739 h 1972800"/>
                <a:gd name="connsiteX593" fmla="*/ 0 w 11362354"/>
                <a:gd name="connsiteY593" fmla="*/ 203834 h 1972800"/>
                <a:gd name="connsiteX594" fmla="*/ 877145 w 11362354"/>
                <a:gd name="connsiteY594" fmla="*/ 203834 h 1972800"/>
                <a:gd name="connsiteX595" fmla="*/ 877145 w 11362354"/>
                <a:gd name="connsiteY595" fmla="*/ 240739 h 1972800"/>
                <a:gd name="connsiteX596" fmla="*/ 0 w 11362354"/>
                <a:gd name="connsiteY596" fmla="*/ 240739 h 1972800"/>
                <a:gd name="connsiteX597" fmla="*/ 3491565 w 11362354"/>
                <a:gd name="connsiteY597" fmla="*/ 203833 h 1972800"/>
                <a:gd name="connsiteX598" fmla="*/ 4473824 w 11362354"/>
                <a:gd name="connsiteY598" fmla="*/ 203833 h 1972800"/>
                <a:gd name="connsiteX599" fmla="*/ 4499119 w 11362354"/>
                <a:gd name="connsiteY599" fmla="*/ 240738 h 1972800"/>
                <a:gd name="connsiteX600" fmla="*/ 3466269 w 11362354"/>
                <a:gd name="connsiteY600" fmla="*/ 240738 h 1972800"/>
                <a:gd name="connsiteX601" fmla="*/ 3491565 w 11362354"/>
                <a:gd name="connsiteY601" fmla="*/ 203833 h 1972800"/>
                <a:gd name="connsiteX602" fmla="*/ 10550205 w 11362354"/>
                <a:gd name="connsiteY602" fmla="*/ 96959 h 1972800"/>
                <a:gd name="connsiteX603" fmla="*/ 10671926 w 11362354"/>
                <a:gd name="connsiteY603" fmla="*/ 96959 h 1972800"/>
                <a:gd name="connsiteX604" fmla="*/ 11306110 w 11362354"/>
                <a:gd name="connsiteY604" fmla="*/ 96959 h 1972800"/>
                <a:gd name="connsiteX605" fmla="*/ 11306110 w 11362354"/>
                <a:gd name="connsiteY605" fmla="*/ 121993 h 1972800"/>
                <a:gd name="connsiteX606" fmla="*/ 10671926 w 11362354"/>
                <a:gd name="connsiteY606" fmla="*/ 121993 h 1972800"/>
                <a:gd name="connsiteX607" fmla="*/ 10531544 w 11362354"/>
                <a:gd name="connsiteY607" fmla="*/ 121993 h 1972800"/>
                <a:gd name="connsiteX608" fmla="*/ 9781432 w 11362354"/>
                <a:gd name="connsiteY608" fmla="*/ 96753 h 1972800"/>
                <a:gd name="connsiteX609" fmla="*/ 10286039 w 11362354"/>
                <a:gd name="connsiteY609" fmla="*/ 96753 h 1972800"/>
                <a:gd name="connsiteX610" fmla="*/ 10286039 w 11362354"/>
                <a:gd name="connsiteY610" fmla="*/ 121735 h 1972800"/>
                <a:gd name="connsiteX611" fmla="*/ 9781432 w 11362354"/>
                <a:gd name="connsiteY611" fmla="*/ 121735 h 1972800"/>
                <a:gd name="connsiteX612" fmla="*/ 8612890 w 11362354"/>
                <a:gd name="connsiteY612" fmla="*/ 96753 h 1972800"/>
                <a:gd name="connsiteX613" fmla="*/ 9668568 w 11362354"/>
                <a:gd name="connsiteY613" fmla="*/ 96753 h 1972800"/>
                <a:gd name="connsiteX614" fmla="*/ 9668568 w 11362354"/>
                <a:gd name="connsiteY614" fmla="*/ 121735 h 1972800"/>
                <a:gd name="connsiteX615" fmla="*/ 8612890 w 11362354"/>
                <a:gd name="connsiteY615" fmla="*/ 121735 h 1972800"/>
                <a:gd name="connsiteX616" fmla="*/ 8042875 w 11362354"/>
                <a:gd name="connsiteY616" fmla="*/ 96753 h 1972800"/>
                <a:gd name="connsiteX617" fmla="*/ 8501703 w 11362354"/>
                <a:gd name="connsiteY617" fmla="*/ 96753 h 1972800"/>
                <a:gd name="connsiteX618" fmla="*/ 8501703 w 11362354"/>
                <a:gd name="connsiteY618" fmla="*/ 121735 h 1972800"/>
                <a:gd name="connsiteX619" fmla="*/ 8042875 w 11362354"/>
                <a:gd name="connsiteY619" fmla="*/ 121735 h 1972800"/>
                <a:gd name="connsiteX620" fmla="*/ 7193139 w 11362354"/>
                <a:gd name="connsiteY620" fmla="*/ 96753 h 1972800"/>
                <a:gd name="connsiteX621" fmla="*/ 7712749 w 11362354"/>
                <a:gd name="connsiteY621" fmla="*/ 96753 h 1972800"/>
                <a:gd name="connsiteX622" fmla="*/ 7724312 w 11362354"/>
                <a:gd name="connsiteY622" fmla="*/ 121735 h 1972800"/>
                <a:gd name="connsiteX623" fmla="*/ 7193139 w 11362354"/>
                <a:gd name="connsiteY623" fmla="*/ 121735 h 1972800"/>
                <a:gd name="connsiteX624" fmla="*/ 6188669 w 11362354"/>
                <a:gd name="connsiteY624" fmla="*/ 96753 h 1972800"/>
                <a:gd name="connsiteX625" fmla="*/ 7080275 w 11362354"/>
                <a:gd name="connsiteY625" fmla="*/ 96753 h 1972800"/>
                <a:gd name="connsiteX626" fmla="*/ 7080275 w 11362354"/>
                <a:gd name="connsiteY626" fmla="*/ 121735 h 1972800"/>
                <a:gd name="connsiteX627" fmla="*/ 6188669 w 11362354"/>
                <a:gd name="connsiteY627" fmla="*/ 121735 h 1972800"/>
                <a:gd name="connsiteX628" fmla="*/ 5574793 w 11362354"/>
                <a:gd name="connsiteY628" fmla="*/ 96753 h 1972800"/>
                <a:gd name="connsiteX629" fmla="*/ 6073294 w 11362354"/>
                <a:gd name="connsiteY629" fmla="*/ 96753 h 1972800"/>
                <a:gd name="connsiteX630" fmla="*/ 6073294 w 11362354"/>
                <a:gd name="connsiteY630" fmla="*/ 121735 h 1972800"/>
                <a:gd name="connsiteX631" fmla="*/ 5574793 w 11362354"/>
                <a:gd name="connsiteY631" fmla="*/ 121735 h 1972800"/>
                <a:gd name="connsiteX632" fmla="*/ 4792811 w 11362354"/>
                <a:gd name="connsiteY632" fmla="*/ 96753 h 1972800"/>
                <a:gd name="connsiteX633" fmla="*/ 5291307 w 11362354"/>
                <a:gd name="connsiteY633" fmla="*/ 96753 h 1972800"/>
                <a:gd name="connsiteX634" fmla="*/ 5291307 w 11362354"/>
                <a:gd name="connsiteY634" fmla="*/ 121735 h 1972800"/>
                <a:gd name="connsiteX635" fmla="*/ 4792811 w 11362354"/>
                <a:gd name="connsiteY635" fmla="*/ 121735 h 1972800"/>
                <a:gd name="connsiteX636" fmla="*/ 2285298 w 11362354"/>
                <a:gd name="connsiteY636" fmla="*/ 96753 h 1972800"/>
                <a:gd name="connsiteX637" fmla="*/ 3183254 w 11362354"/>
                <a:gd name="connsiteY637" fmla="*/ 96753 h 1972800"/>
                <a:gd name="connsiteX638" fmla="*/ 3183254 w 11362354"/>
                <a:gd name="connsiteY638" fmla="*/ 121735 h 1972800"/>
                <a:gd name="connsiteX639" fmla="*/ 2285298 w 11362354"/>
                <a:gd name="connsiteY639" fmla="*/ 121735 h 1972800"/>
                <a:gd name="connsiteX640" fmla="*/ 985097 w 11362354"/>
                <a:gd name="connsiteY640" fmla="*/ 96753 h 1972800"/>
                <a:gd name="connsiteX641" fmla="*/ 1978552 w 11362354"/>
                <a:gd name="connsiteY641" fmla="*/ 96753 h 1972800"/>
                <a:gd name="connsiteX642" fmla="*/ 2002599 w 11362354"/>
                <a:gd name="connsiteY642" fmla="*/ 121735 h 1972800"/>
                <a:gd name="connsiteX643" fmla="*/ 985097 w 11362354"/>
                <a:gd name="connsiteY643" fmla="*/ 121735 h 1972800"/>
                <a:gd name="connsiteX644" fmla="*/ 0 w 11362354"/>
                <a:gd name="connsiteY644" fmla="*/ 96753 h 1972800"/>
                <a:gd name="connsiteX645" fmla="*/ 877145 w 11362354"/>
                <a:gd name="connsiteY645" fmla="*/ 96753 h 1972800"/>
                <a:gd name="connsiteX646" fmla="*/ 877145 w 11362354"/>
                <a:gd name="connsiteY646" fmla="*/ 121735 h 1972800"/>
                <a:gd name="connsiteX647" fmla="*/ 0 w 11362354"/>
                <a:gd name="connsiteY647" fmla="*/ 121735 h 1972800"/>
                <a:gd name="connsiteX648" fmla="*/ 3581580 w 11362354"/>
                <a:gd name="connsiteY648" fmla="*/ 96752 h 1972800"/>
                <a:gd name="connsiteX649" fmla="*/ 4383809 w 11362354"/>
                <a:gd name="connsiteY649" fmla="*/ 96752 h 1972800"/>
                <a:gd name="connsiteX650" fmla="*/ 4407456 w 11362354"/>
                <a:gd name="connsiteY650" fmla="*/ 121734 h 1972800"/>
                <a:gd name="connsiteX651" fmla="*/ 3557933 w 11362354"/>
                <a:gd name="connsiteY651" fmla="*/ 121734 h 1972800"/>
                <a:gd name="connsiteX652" fmla="*/ 3581580 w 11362354"/>
                <a:gd name="connsiteY652" fmla="*/ 96752 h 1972800"/>
                <a:gd name="connsiteX653" fmla="*/ 10683999 w 11362354"/>
                <a:gd name="connsiteY653" fmla="*/ 1 h 1972800"/>
                <a:gd name="connsiteX654" fmla="*/ 10743787 w 11362354"/>
                <a:gd name="connsiteY654" fmla="*/ 1 h 1972800"/>
                <a:gd name="connsiteX655" fmla="*/ 10800434 w 11362354"/>
                <a:gd name="connsiteY655" fmla="*/ 2849 h 1972800"/>
                <a:gd name="connsiteX656" fmla="*/ 10800434 w 11362354"/>
                <a:gd name="connsiteY656" fmla="*/ 1 h 1972800"/>
                <a:gd name="connsiteX657" fmla="*/ 11306110 w 11362354"/>
                <a:gd name="connsiteY657" fmla="*/ 1 h 1972800"/>
                <a:gd name="connsiteX658" fmla="*/ 11306110 w 11362354"/>
                <a:gd name="connsiteY658" fmla="*/ 14690 h 1972800"/>
                <a:gd name="connsiteX659" fmla="*/ 10671926 w 11362354"/>
                <a:gd name="connsiteY659" fmla="*/ 14690 h 1972800"/>
                <a:gd name="connsiteX660" fmla="*/ 10634292 w 11362354"/>
                <a:gd name="connsiteY660" fmla="*/ 14690 h 1972800"/>
                <a:gd name="connsiteX661" fmla="*/ 10646512 w 11362354"/>
                <a:gd name="connsiteY661" fmla="*/ 4251 h 1972800"/>
                <a:gd name="connsiteX662" fmla="*/ 10646512 w 11362354"/>
                <a:gd name="connsiteY662" fmla="*/ 2687 h 1972800"/>
                <a:gd name="connsiteX663" fmla="*/ 10671926 w 11362354"/>
                <a:gd name="connsiteY663" fmla="*/ 1221 h 1972800"/>
                <a:gd name="connsiteX664" fmla="*/ 10671926 w 11362354"/>
                <a:gd name="connsiteY664" fmla="*/ 697 h 1972800"/>
                <a:gd name="connsiteX665" fmla="*/ 9781432 w 11362354"/>
                <a:gd name="connsiteY665" fmla="*/ 1 h 1972800"/>
                <a:gd name="connsiteX666" fmla="*/ 10286039 w 11362354"/>
                <a:gd name="connsiteY666" fmla="*/ 1 h 1972800"/>
                <a:gd name="connsiteX667" fmla="*/ 10286039 w 11362354"/>
                <a:gd name="connsiteY667" fmla="*/ 14659 h 1972800"/>
                <a:gd name="connsiteX668" fmla="*/ 9781432 w 11362354"/>
                <a:gd name="connsiteY668" fmla="*/ 14659 h 1972800"/>
                <a:gd name="connsiteX669" fmla="*/ 8612890 w 11362354"/>
                <a:gd name="connsiteY669" fmla="*/ 1 h 1972800"/>
                <a:gd name="connsiteX670" fmla="*/ 9668568 w 11362354"/>
                <a:gd name="connsiteY670" fmla="*/ 1 h 1972800"/>
                <a:gd name="connsiteX671" fmla="*/ 9668568 w 11362354"/>
                <a:gd name="connsiteY671" fmla="*/ 14659 h 1972800"/>
                <a:gd name="connsiteX672" fmla="*/ 8612890 w 11362354"/>
                <a:gd name="connsiteY672" fmla="*/ 14659 h 1972800"/>
                <a:gd name="connsiteX673" fmla="*/ 8042875 w 11362354"/>
                <a:gd name="connsiteY673" fmla="*/ 1 h 1972800"/>
                <a:gd name="connsiteX674" fmla="*/ 8501703 w 11362354"/>
                <a:gd name="connsiteY674" fmla="*/ 1 h 1972800"/>
                <a:gd name="connsiteX675" fmla="*/ 8501703 w 11362354"/>
                <a:gd name="connsiteY675" fmla="*/ 14659 h 1972800"/>
                <a:gd name="connsiteX676" fmla="*/ 8042875 w 11362354"/>
                <a:gd name="connsiteY676" fmla="*/ 14659 h 1972800"/>
                <a:gd name="connsiteX677" fmla="*/ 7193139 w 11362354"/>
                <a:gd name="connsiteY677" fmla="*/ 1 h 1972800"/>
                <a:gd name="connsiteX678" fmla="*/ 7667970 w 11362354"/>
                <a:gd name="connsiteY678" fmla="*/ 1 h 1972800"/>
                <a:gd name="connsiteX679" fmla="*/ 7674758 w 11362354"/>
                <a:gd name="connsiteY679" fmla="*/ 14659 h 1972800"/>
                <a:gd name="connsiteX680" fmla="*/ 7193139 w 11362354"/>
                <a:gd name="connsiteY680" fmla="*/ 14659 h 1972800"/>
                <a:gd name="connsiteX681" fmla="*/ 6188669 w 11362354"/>
                <a:gd name="connsiteY681" fmla="*/ 1 h 1972800"/>
                <a:gd name="connsiteX682" fmla="*/ 7080275 w 11362354"/>
                <a:gd name="connsiteY682" fmla="*/ 1 h 1972800"/>
                <a:gd name="connsiteX683" fmla="*/ 7080275 w 11362354"/>
                <a:gd name="connsiteY683" fmla="*/ 14659 h 1972800"/>
                <a:gd name="connsiteX684" fmla="*/ 6188669 w 11362354"/>
                <a:gd name="connsiteY684" fmla="*/ 14659 h 1972800"/>
                <a:gd name="connsiteX685" fmla="*/ 5574793 w 11362354"/>
                <a:gd name="connsiteY685" fmla="*/ 1 h 1972800"/>
                <a:gd name="connsiteX686" fmla="*/ 6073294 w 11362354"/>
                <a:gd name="connsiteY686" fmla="*/ 1 h 1972800"/>
                <a:gd name="connsiteX687" fmla="*/ 6073294 w 11362354"/>
                <a:gd name="connsiteY687" fmla="*/ 14659 h 1972800"/>
                <a:gd name="connsiteX688" fmla="*/ 5574793 w 11362354"/>
                <a:gd name="connsiteY688" fmla="*/ 14659 h 1972800"/>
                <a:gd name="connsiteX689" fmla="*/ 4792811 w 11362354"/>
                <a:gd name="connsiteY689" fmla="*/ 1 h 1972800"/>
                <a:gd name="connsiteX690" fmla="*/ 5291307 w 11362354"/>
                <a:gd name="connsiteY690" fmla="*/ 1 h 1972800"/>
                <a:gd name="connsiteX691" fmla="*/ 5291307 w 11362354"/>
                <a:gd name="connsiteY691" fmla="*/ 14659 h 1972800"/>
                <a:gd name="connsiteX692" fmla="*/ 4792811 w 11362354"/>
                <a:gd name="connsiteY692" fmla="*/ 14659 h 1972800"/>
                <a:gd name="connsiteX693" fmla="*/ 2285298 w 11362354"/>
                <a:gd name="connsiteY693" fmla="*/ 1 h 1972800"/>
                <a:gd name="connsiteX694" fmla="*/ 3183254 w 11362354"/>
                <a:gd name="connsiteY694" fmla="*/ 1 h 1972800"/>
                <a:gd name="connsiteX695" fmla="*/ 3183254 w 11362354"/>
                <a:gd name="connsiteY695" fmla="*/ 14659 h 1972800"/>
                <a:gd name="connsiteX696" fmla="*/ 2285298 w 11362354"/>
                <a:gd name="connsiteY696" fmla="*/ 14659 h 1972800"/>
                <a:gd name="connsiteX697" fmla="*/ 985097 w 11362354"/>
                <a:gd name="connsiteY697" fmla="*/ 1 h 1972800"/>
                <a:gd name="connsiteX698" fmla="*/ 1846470 w 11362354"/>
                <a:gd name="connsiteY698" fmla="*/ 1 h 1972800"/>
                <a:gd name="connsiteX699" fmla="*/ 1869376 w 11362354"/>
                <a:gd name="connsiteY699" fmla="*/ 14659 h 1972800"/>
                <a:gd name="connsiteX700" fmla="*/ 985097 w 11362354"/>
                <a:gd name="connsiteY700" fmla="*/ 14659 h 1972800"/>
                <a:gd name="connsiteX701" fmla="*/ 0 w 11362354"/>
                <a:gd name="connsiteY701" fmla="*/ 1 h 1972800"/>
                <a:gd name="connsiteX702" fmla="*/ 877145 w 11362354"/>
                <a:gd name="connsiteY702" fmla="*/ 1 h 1972800"/>
                <a:gd name="connsiteX703" fmla="*/ 877145 w 11362354"/>
                <a:gd name="connsiteY703" fmla="*/ 14659 h 1972800"/>
                <a:gd name="connsiteX704" fmla="*/ 0 w 11362354"/>
                <a:gd name="connsiteY704" fmla="*/ 14659 h 1972800"/>
                <a:gd name="connsiteX705" fmla="*/ 3702830 w 11362354"/>
                <a:gd name="connsiteY705" fmla="*/ 0 h 1972800"/>
                <a:gd name="connsiteX706" fmla="*/ 4262563 w 11362354"/>
                <a:gd name="connsiteY706" fmla="*/ 0 h 1972800"/>
                <a:gd name="connsiteX707" fmla="*/ 4284257 w 11362354"/>
                <a:gd name="connsiteY707" fmla="*/ 14658 h 1972800"/>
                <a:gd name="connsiteX708" fmla="*/ 3681132 w 11362354"/>
                <a:gd name="connsiteY708" fmla="*/ 14658 h 197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</a:cxnLst>
              <a:rect l="l" t="t" r="r" b="b"/>
              <a:pathLst>
                <a:path w="11362354" h="1972800">
                  <a:moveTo>
                    <a:pt x="4196821" y="1846406"/>
                  </a:moveTo>
                  <a:lnTo>
                    <a:pt x="4515841" y="1846406"/>
                  </a:lnTo>
                  <a:lnTo>
                    <a:pt x="4302401" y="1972800"/>
                  </a:lnTo>
                  <a:lnTo>
                    <a:pt x="4276590" y="1972800"/>
                  </a:lnTo>
                  <a:close/>
                  <a:moveTo>
                    <a:pt x="10408772" y="1547682"/>
                  </a:moveTo>
                  <a:lnTo>
                    <a:pt x="11236685" y="1547682"/>
                  </a:lnTo>
                  <a:cubicBezTo>
                    <a:pt x="11178355" y="1621090"/>
                    <a:pt x="11101638" y="1688425"/>
                    <a:pt x="11013744" y="1726479"/>
                  </a:cubicBezTo>
                  <a:cubicBezTo>
                    <a:pt x="10916839" y="1760403"/>
                    <a:pt x="10802883" y="1780105"/>
                    <a:pt x="10702056" y="1776200"/>
                  </a:cubicBezTo>
                  <a:cubicBezTo>
                    <a:pt x="10601227" y="1772294"/>
                    <a:pt x="10494409" y="1740125"/>
                    <a:pt x="10408772" y="1703049"/>
                  </a:cubicBezTo>
                  <a:close/>
                  <a:moveTo>
                    <a:pt x="9781432" y="1544408"/>
                  </a:moveTo>
                  <a:lnTo>
                    <a:pt x="10286039" y="1544408"/>
                  </a:lnTo>
                  <a:lnTo>
                    <a:pt x="10286039" y="1763438"/>
                  </a:lnTo>
                  <a:lnTo>
                    <a:pt x="9781432" y="1763438"/>
                  </a:lnTo>
                  <a:close/>
                  <a:moveTo>
                    <a:pt x="8877431" y="1544408"/>
                  </a:moveTo>
                  <a:lnTo>
                    <a:pt x="9382033" y="1544408"/>
                  </a:lnTo>
                  <a:lnTo>
                    <a:pt x="9382033" y="1763438"/>
                  </a:lnTo>
                  <a:lnTo>
                    <a:pt x="8877431" y="1763438"/>
                  </a:lnTo>
                  <a:close/>
                  <a:moveTo>
                    <a:pt x="7955283" y="1544408"/>
                  </a:moveTo>
                  <a:lnTo>
                    <a:pt x="8501703" y="1544408"/>
                  </a:lnTo>
                  <a:lnTo>
                    <a:pt x="8501703" y="1763438"/>
                  </a:lnTo>
                  <a:lnTo>
                    <a:pt x="8046371" y="1763438"/>
                  </a:lnTo>
                  <a:close/>
                  <a:moveTo>
                    <a:pt x="7193139" y="1544408"/>
                  </a:moveTo>
                  <a:lnTo>
                    <a:pt x="7648159" y="1544408"/>
                  </a:lnTo>
                  <a:lnTo>
                    <a:pt x="7648159" y="1763438"/>
                  </a:lnTo>
                  <a:lnTo>
                    <a:pt x="7193139" y="1763438"/>
                  </a:lnTo>
                  <a:close/>
                  <a:moveTo>
                    <a:pt x="6188669" y="1544408"/>
                  </a:moveTo>
                  <a:lnTo>
                    <a:pt x="7080275" y="1544408"/>
                  </a:lnTo>
                  <a:lnTo>
                    <a:pt x="7080275" y="1763438"/>
                  </a:lnTo>
                  <a:lnTo>
                    <a:pt x="6188669" y="1763438"/>
                  </a:lnTo>
                  <a:close/>
                  <a:moveTo>
                    <a:pt x="4886266" y="1544408"/>
                  </a:moveTo>
                  <a:lnTo>
                    <a:pt x="5979839" y="1544408"/>
                  </a:lnTo>
                  <a:cubicBezTo>
                    <a:pt x="5886803" y="1676927"/>
                    <a:pt x="5732198" y="1763438"/>
                    <a:pt x="5557257" y="1763438"/>
                  </a:cubicBezTo>
                  <a:lnTo>
                    <a:pt x="5308843" y="1763438"/>
                  </a:lnTo>
                  <a:cubicBezTo>
                    <a:pt x="5133911" y="1763438"/>
                    <a:pt x="4979301" y="1676927"/>
                    <a:pt x="4886266" y="1544408"/>
                  </a:cubicBezTo>
                  <a:close/>
                  <a:moveTo>
                    <a:pt x="2285298" y="1544408"/>
                  </a:moveTo>
                  <a:lnTo>
                    <a:pt x="3183254" y="1544408"/>
                  </a:lnTo>
                  <a:lnTo>
                    <a:pt x="3183254" y="1763438"/>
                  </a:lnTo>
                  <a:lnTo>
                    <a:pt x="2285298" y="1763438"/>
                  </a:lnTo>
                  <a:close/>
                  <a:moveTo>
                    <a:pt x="1699767" y="1544408"/>
                  </a:moveTo>
                  <a:lnTo>
                    <a:pt x="2161050" y="1544408"/>
                  </a:lnTo>
                  <a:lnTo>
                    <a:pt x="2265828" y="1763438"/>
                  </a:lnTo>
                  <a:lnTo>
                    <a:pt x="1796468" y="1763438"/>
                  </a:lnTo>
                  <a:close/>
                  <a:moveTo>
                    <a:pt x="985097" y="1544408"/>
                  </a:moveTo>
                  <a:lnTo>
                    <a:pt x="1468672" y="1544408"/>
                  </a:lnTo>
                  <a:lnTo>
                    <a:pt x="1468672" y="1763438"/>
                  </a:lnTo>
                  <a:lnTo>
                    <a:pt x="985097" y="1763438"/>
                  </a:lnTo>
                  <a:close/>
                  <a:moveTo>
                    <a:pt x="0" y="1544408"/>
                  </a:moveTo>
                  <a:lnTo>
                    <a:pt x="506025" y="1544408"/>
                  </a:lnTo>
                  <a:lnTo>
                    <a:pt x="506025" y="1763438"/>
                  </a:lnTo>
                  <a:lnTo>
                    <a:pt x="498505" y="1763438"/>
                  </a:lnTo>
                  <a:lnTo>
                    <a:pt x="7520" y="1763438"/>
                  </a:lnTo>
                  <a:lnTo>
                    <a:pt x="0" y="1763438"/>
                  </a:lnTo>
                  <a:close/>
                  <a:moveTo>
                    <a:pt x="3478763" y="1544407"/>
                  </a:moveTo>
                  <a:lnTo>
                    <a:pt x="4486152" y="1544407"/>
                  </a:lnTo>
                  <a:cubicBezTo>
                    <a:pt x="4484148" y="1548197"/>
                    <a:pt x="4481735" y="1551706"/>
                    <a:pt x="4479313" y="1555187"/>
                  </a:cubicBezTo>
                  <a:lnTo>
                    <a:pt x="4654042" y="1763437"/>
                  </a:lnTo>
                  <a:lnTo>
                    <a:pt x="3697470" y="1763437"/>
                  </a:lnTo>
                  <a:cubicBezTo>
                    <a:pt x="3614316" y="1711031"/>
                    <a:pt x="3539996" y="1636273"/>
                    <a:pt x="3478763" y="1544407"/>
                  </a:cubicBezTo>
                  <a:close/>
                  <a:moveTo>
                    <a:pt x="10408772" y="1290902"/>
                  </a:moveTo>
                  <a:lnTo>
                    <a:pt x="10568570" y="1290902"/>
                  </a:lnTo>
                  <a:cubicBezTo>
                    <a:pt x="10577470" y="1298557"/>
                    <a:pt x="10581828" y="1306214"/>
                    <a:pt x="10590729" y="1313870"/>
                  </a:cubicBezTo>
                  <a:cubicBezTo>
                    <a:pt x="10620545" y="1348521"/>
                    <a:pt x="10677153" y="1369391"/>
                    <a:pt x="10721250" y="1365562"/>
                  </a:cubicBezTo>
                  <a:cubicBezTo>
                    <a:pt x="10765348" y="1361734"/>
                    <a:pt x="10826744" y="1338516"/>
                    <a:pt x="10855315" y="1290902"/>
                  </a:cubicBezTo>
                  <a:lnTo>
                    <a:pt x="11214890" y="1290902"/>
                  </a:lnTo>
                  <a:lnTo>
                    <a:pt x="11346112" y="1290902"/>
                  </a:lnTo>
                  <a:cubicBezTo>
                    <a:pt x="11334622" y="1353431"/>
                    <a:pt x="11312604" y="1412394"/>
                    <a:pt x="11280882" y="1465414"/>
                  </a:cubicBezTo>
                  <a:lnTo>
                    <a:pt x="11214890" y="1465414"/>
                  </a:lnTo>
                  <a:lnTo>
                    <a:pt x="10408772" y="1465414"/>
                  </a:lnTo>
                  <a:close/>
                  <a:moveTo>
                    <a:pt x="3354588" y="1288169"/>
                  </a:moveTo>
                  <a:lnTo>
                    <a:pt x="3891084" y="1288169"/>
                  </a:lnTo>
                  <a:cubicBezTo>
                    <a:pt x="3918715" y="1317171"/>
                    <a:pt x="3949853" y="1333215"/>
                    <a:pt x="3982693" y="1333215"/>
                  </a:cubicBezTo>
                  <a:cubicBezTo>
                    <a:pt x="4015535" y="1333215"/>
                    <a:pt x="4046674" y="1317171"/>
                    <a:pt x="4074304" y="1288169"/>
                  </a:cubicBezTo>
                  <a:lnTo>
                    <a:pt x="4610046" y="1288169"/>
                  </a:lnTo>
                  <a:cubicBezTo>
                    <a:pt x="4590290" y="1350350"/>
                    <a:pt x="4565183" y="1408715"/>
                    <a:pt x="4535426" y="1462313"/>
                  </a:cubicBezTo>
                  <a:lnTo>
                    <a:pt x="3429061" y="1462313"/>
                  </a:lnTo>
                  <a:cubicBezTo>
                    <a:pt x="3399902" y="1408452"/>
                    <a:pt x="3374896" y="1350106"/>
                    <a:pt x="3354588" y="1288169"/>
                  </a:cubicBezTo>
                  <a:close/>
                  <a:moveTo>
                    <a:pt x="9781432" y="1288165"/>
                  </a:moveTo>
                  <a:lnTo>
                    <a:pt x="10286039" y="1288165"/>
                  </a:lnTo>
                  <a:lnTo>
                    <a:pt x="10286039" y="1462314"/>
                  </a:lnTo>
                  <a:lnTo>
                    <a:pt x="9781432" y="1462314"/>
                  </a:lnTo>
                  <a:close/>
                  <a:moveTo>
                    <a:pt x="8877431" y="1288165"/>
                  </a:moveTo>
                  <a:lnTo>
                    <a:pt x="9382033" y="1288165"/>
                  </a:lnTo>
                  <a:lnTo>
                    <a:pt x="9382033" y="1462314"/>
                  </a:lnTo>
                  <a:lnTo>
                    <a:pt x="8877431" y="1462314"/>
                  </a:lnTo>
                  <a:close/>
                  <a:moveTo>
                    <a:pt x="7848731" y="1288165"/>
                  </a:moveTo>
                  <a:lnTo>
                    <a:pt x="8501703" y="1288165"/>
                  </a:lnTo>
                  <a:lnTo>
                    <a:pt x="8501703" y="1462314"/>
                  </a:lnTo>
                  <a:lnTo>
                    <a:pt x="7921150" y="1462314"/>
                  </a:lnTo>
                  <a:close/>
                  <a:moveTo>
                    <a:pt x="7193139" y="1288165"/>
                  </a:moveTo>
                  <a:lnTo>
                    <a:pt x="7648159" y="1288165"/>
                  </a:lnTo>
                  <a:lnTo>
                    <a:pt x="7648159" y="1462314"/>
                  </a:lnTo>
                  <a:lnTo>
                    <a:pt x="7193139" y="1462314"/>
                  </a:lnTo>
                  <a:close/>
                  <a:moveTo>
                    <a:pt x="6188669" y="1288165"/>
                  </a:moveTo>
                  <a:lnTo>
                    <a:pt x="6674501" y="1288165"/>
                  </a:lnTo>
                  <a:lnTo>
                    <a:pt x="6674501" y="1351991"/>
                  </a:lnTo>
                  <a:lnTo>
                    <a:pt x="7080275" y="1351991"/>
                  </a:lnTo>
                  <a:lnTo>
                    <a:pt x="7080275" y="1462314"/>
                  </a:lnTo>
                  <a:lnTo>
                    <a:pt x="6188669" y="1462314"/>
                  </a:lnTo>
                  <a:close/>
                  <a:moveTo>
                    <a:pt x="4794722" y="1288165"/>
                  </a:moveTo>
                  <a:lnTo>
                    <a:pt x="5308313" y="1288165"/>
                  </a:lnTo>
                  <a:cubicBezTo>
                    <a:pt x="5331518" y="1333078"/>
                    <a:pt x="5378715" y="1363467"/>
                    <a:pt x="5433050" y="1363467"/>
                  </a:cubicBezTo>
                  <a:cubicBezTo>
                    <a:pt x="5487389" y="1363467"/>
                    <a:pt x="5534582" y="1333078"/>
                    <a:pt x="5557791" y="1288165"/>
                  </a:cubicBezTo>
                  <a:lnTo>
                    <a:pt x="6071387" y="1288165"/>
                  </a:lnTo>
                  <a:cubicBezTo>
                    <a:pt x="6067418" y="1349988"/>
                    <a:pt x="6051903" y="1408730"/>
                    <a:pt x="6026879" y="1462314"/>
                  </a:cubicBezTo>
                  <a:lnTo>
                    <a:pt x="4839225" y="1462314"/>
                  </a:lnTo>
                  <a:cubicBezTo>
                    <a:pt x="4814201" y="1408730"/>
                    <a:pt x="4798682" y="1349988"/>
                    <a:pt x="4794722" y="1288165"/>
                  </a:cubicBezTo>
                  <a:close/>
                  <a:moveTo>
                    <a:pt x="2285298" y="1288165"/>
                  </a:moveTo>
                  <a:lnTo>
                    <a:pt x="2771132" y="1288165"/>
                  </a:lnTo>
                  <a:lnTo>
                    <a:pt x="2771132" y="1351991"/>
                  </a:lnTo>
                  <a:lnTo>
                    <a:pt x="3183254" y="1351991"/>
                  </a:lnTo>
                  <a:lnTo>
                    <a:pt x="3183254" y="1462314"/>
                  </a:lnTo>
                  <a:lnTo>
                    <a:pt x="2285298" y="1462314"/>
                  </a:lnTo>
                  <a:close/>
                  <a:moveTo>
                    <a:pt x="1586644" y="1288165"/>
                  </a:moveTo>
                  <a:lnTo>
                    <a:pt x="2038472" y="1288165"/>
                  </a:lnTo>
                  <a:lnTo>
                    <a:pt x="2121783" y="1462314"/>
                  </a:lnTo>
                  <a:lnTo>
                    <a:pt x="1663530" y="1462314"/>
                  </a:lnTo>
                  <a:close/>
                  <a:moveTo>
                    <a:pt x="985097" y="1288165"/>
                  </a:moveTo>
                  <a:lnTo>
                    <a:pt x="1468672" y="1288165"/>
                  </a:lnTo>
                  <a:lnTo>
                    <a:pt x="1468672" y="1462314"/>
                  </a:lnTo>
                  <a:lnTo>
                    <a:pt x="985097" y="1462314"/>
                  </a:lnTo>
                  <a:close/>
                  <a:moveTo>
                    <a:pt x="0" y="1288165"/>
                  </a:moveTo>
                  <a:lnTo>
                    <a:pt x="506025" y="1288165"/>
                  </a:lnTo>
                  <a:lnTo>
                    <a:pt x="506025" y="1462314"/>
                  </a:lnTo>
                  <a:lnTo>
                    <a:pt x="0" y="1462314"/>
                  </a:lnTo>
                  <a:close/>
                  <a:moveTo>
                    <a:pt x="10408772" y="1157361"/>
                  </a:moveTo>
                  <a:lnTo>
                    <a:pt x="10468381" y="1208632"/>
                  </a:lnTo>
                  <a:lnTo>
                    <a:pt x="10408772" y="1208632"/>
                  </a:lnTo>
                  <a:close/>
                  <a:moveTo>
                    <a:pt x="10816942" y="1078164"/>
                  </a:moveTo>
                  <a:lnTo>
                    <a:pt x="11358000" y="1078164"/>
                  </a:lnTo>
                  <a:cubicBezTo>
                    <a:pt x="11367192" y="1149515"/>
                    <a:pt x="11358946" y="1186888"/>
                    <a:pt x="11359134" y="1208632"/>
                  </a:cubicBezTo>
                  <a:lnTo>
                    <a:pt x="11359134" y="1208633"/>
                  </a:lnTo>
                  <a:lnTo>
                    <a:pt x="10871056" y="1208633"/>
                  </a:lnTo>
                  <a:cubicBezTo>
                    <a:pt x="10871350" y="1207645"/>
                    <a:pt x="10871355" y="1206649"/>
                    <a:pt x="10871355" y="1205652"/>
                  </a:cubicBezTo>
                  <a:cubicBezTo>
                    <a:pt x="10871355" y="1153657"/>
                    <a:pt x="10847076" y="1107297"/>
                    <a:pt x="10808382" y="1078165"/>
                  </a:cubicBezTo>
                  <a:lnTo>
                    <a:pt x="10816943" y="1078165"/>
                  </a:lnTo>
                  <a:close/>
                  <a:moveTo>
                    <a:pt x="9781432" y="1075882"/>
                  </a:moveTo>
                  <a:lnTo>
                    <a:pt x="10286039" y="1075882"/>
                  </a:lnTo>
                  <a:lnTo>
                    <a:pt x="10286039" y="1206076"/>
                  </a:lnTo>
                  <a:lnTo>
                    <a:pt x="9781432" y="1206076"/>
                  </a:lnTo>
                  <a:close/>
                  <a:moveTo>
                    <a:pt x="8877431" y="1075882"/>
                  </a:moveTo>
                  <a:lnTo>
                    <a:pt x="9382033" y="1075882"/>
                  </a:lnTo>
                  <a:lnTo>
                    <a:pt x="9382033" y="1206076"/>
                  </a:lnTo>
                  <a:lnTo>
                    <a:pt x="8877431" y="1206076"/>
                  </a:lnTo>
                  <a:close/>
                  <a:moveTo>
                    <a:pt x="7760453" y="1075882"/>
                  </a:moveTo>
                  <a:lnTo>
                    <a:pt x="8501703" y="1075882"/>
                  </a:lnTo>
                  <a:lnTo>
                    <a:pt x="8501703" y="1206076"/>
                  </a:lnTo>
                  <a:lnTo>
                    <a:pt x="7814594" y="1206076"/>
                  </a:lnTo>
                  <a:close/>
                  <a:moveTo>
                    <a:pt x="7193139" y="1075882"/>
                  </a:moveTo>
                  <a:lnTo>
                    <a:pt x="7648159" y="1075882"/>
                  </a:lnTo>
                  <a:lnTo>
                    <a:pt x="7648159" y="1206076"/>
                  </a:lnTo>
                  <a:lnTo>
                    <a:pt x="7193139" y="1206076"/>
                  </a:lnTo>
                  <a:close/>
                  <a:moveTo>
                    <a:pt x="6188669" y="1075882"/>
                  </a:moveTo>
                  <a:lnTo>
                    <a:pt x="6674501" y="1075882"/>
                  </a:lnTo>
                  <a:lnTo>
                    <a:pt x="6674501" y="1206076"/>
                  </a:lnTo>
                  <a:lnTo>
                    <a:pt x="6188669" y="1206076"/>
                  </a:lnTo>
                  <a:close/>
                  <a:moveTo>
                    <a:pt x="5574793" y="1075882"/>
                  </a:moveTo>
                  <a:lnTo>
                    <a:pt x="6073294" y="1075882"/>
                  </a:lnTo>
                  <a:lnTo>
                    <a:pt x="6073294" y="1206076"/>
                  </a:lnTo>
                  <a:lnTo>
                    <a:pt x="5574793" y="1206076"/>
                  </a:lnTo>
                  <a:close/>
                  <a:moveTo>
                    <a:pt x="4792811" y="1075882"/>
                  </a:moveTo>
                  <a:lnTo>
                    <a:pt x="5291307" y="1075882"/>
                  </a:lnTo>
                  <a:lnTo>
                    <a:pt x="5291307" y="1206076"/>
                  </a:lnTo>
                  <a:lnTo>
                    <a:pt x="4792811" y="1206076"/>
                  </a:lnTo>
                  <a:close/>
                  <a:moveTo>
                    <a:pt x="2285298" y="1075882"/>
                  </a:moveTo>
                  <a:lnTo>
                    <a:pt x="2771132" y="1075882"/>
                  </a:lnTo>
                  <a:lnTo>
                    <a:pt x="2771132" y="1206076"/>
                  </a:lnTo>
                  <a:lnTo>
                    <a:pt x="2285298" y="1206076"/>
                  </a:lnTo>
                  <a:close/>
                  <a:moveTo>
                    <a:pt x="1492927" y="1075882"/>
                  </a:moveTo>
                  <a:lnTo>
                    <a:pt x="1945589" y="1075882"/>
                  </a:lnTo>
                  <a:cubicBezTo>
                    <a:pt x="1944041" y="1077590"/>
                    <a:pt x="1942273" y="1079022"/>
                    <a:pt x="1940491" y="1080455"/>
                  </a:cubicBezTo>
                  <a:lnTo>
                    <a:pt x="1939110" y="1080455"/>
                  </a:lnTo>
                  <a:lnTo>
                    <a:pt x="1939524" y="1081320"/>
                  </a:lnTo>
                  <a:cubicBezTo>
                    <a:pt x="1939165" y="1081707"/>
                    <a:pt x="1938755" y="1082034"/>
                    <a:pt x="1938345" y="1082361"/>
                  </a:cubicBezTo>
                  <a:lnTo>
                    <a:pt x="1940022" y="1082361"/>
                  </a:lnTo>
                  <a:lnTo>
                    <a:pt x="1999205" y="1206076"/>
                  </a:lnTo>
                  <a:lnTo>
                    <a:pt x="1550403" y="1206076"/>
                  </a:lnTo>
                  <a:close/>
                  <a:moveTo>
                    <a:pt x="985097" y="1075882"/>
                  </a:moveTo>
                  <a:lnTo>
                    <a:pt x="1468672" y="1075882"/>
                  </a:lnTo>
                  <a:lnTo>
                    <a:pt x="1468672" y="1206076"/>
                  </a:lnTo>
                  <a:lnTo>
                    <a:pt x="985097" y="1206076"/>
                  </a:lnTo>
                  <a:close/>
                  <a:moveTo>
                    <a:pt x="0" y="1075882"/>
                  </a:moveTo>
                  <a:lnTo>
                    <a:pt x="877145" y="1075882"/>
                  </a:lnTo>
                  <a:lnTo>
                    <a:pt x="877145" y="1098345"/>
                  </a:lnTo>
                  <a:lnTo>
                    <a:pt x="869625" y="1098345"/>
                  </a:lnTo>
                  <a:lnTo>
                    <a:pt x="506025" y="1098345"/>
                  </a:lnTo>
                  <a:lnTo>
                    <a:pt x="506025" y="1206076"/>
                  </a:lnTo>
                  <a:lnTo>
                    <a:pt x="0" y="1206076"/>
                  </a:lnTo>
                  <a:close/>
                  <a:moveTo>
                    <a:pt x="4174413" y="1075881"/>
                  </a:moveTo>
                  <a:lnTo>
                    <a:pt x="4660572" y="1075881"/>
                  </a:lnTo>
                  <a:cubicBezTo>
                    <a:pt x="4654171" y="1120550"/>
                    <a:pt x="4645505" y="1164090"/>
                    <a:pt x="4633997" y="1206075"/>
                  </a:cubicBezTo>
                  <a:lnTo>
                    <a:pt x="4129883" y="1206075"/>
                  </a:lnTo>
                  <a:cubicBezTo>
                    <a:pt x="4148445" y="1169059"/>
                    <a:pt x="4163826" y="1125090"/>
                    <a:pt x="4174413" y="1075881"/>
                  </a:cubicBezTo>
                  <a:close/>
                  <a:moveTo>
                    <a:pt x="3305162" y="1075881"/>
                  </a:moveTo>
                  <a:lnTo>
                    <a:pt x="3790976" y="1075881"/>
                  </a:lnTo>
                  <a:cubicBezTo>
                    <a:pt x="3801558" y="1125090"/>
                    <a:pt x="3816942" y="1169059"/>
                    <a:pt x="3835506" y="1206075"/>
                  </a:cubicBezTo>
                  <a:lnTo>
                    <a:pt x="3330959" y="1206075"/>
                  </a:lnTo>
                  <a:cubicBezTo>
                    <a:pt x="3319852" y="1164035"/>
                    <a:pt x="3311209" y="1120545"/>
                    <a:pt x="3305162" y="1075881"/>
                  </a:cubicBezTo>
                  <a:close/>
                  <a:moveTo>
                    <a:pt x="10587776" y="879486"/>
                  </a:moveTo>
                  <a:lnTo>
                    <a:pt x="11280821" y="879486"/>
                  </a:lnTo>
                  <a:cubicBezTo>
                    <a:pt x="11304371" y="915413"/>
                    <a:pt x="11325405" y="952210"/>
                    <a:pt x="11338792" y="993628"/>
                  </a:cubicBezTo>
                  <a:lnTo>
                    <a:pt x="10727828" y="995899"/>
                  </a:lnTo>
                  <a:close/>
                  <a:moveTo>
                    <a:pt x="9781432" y="877625"/>
                  </a:moveTo>
                  <a:lnTo>
                    <a:pt x="10286039" y="877625"/>
                  </a:lnTo>
                  <a:lnTo>
                    <a:pt x="10286039" y="993788"/>
                  </a:lnTo>
                  <a:lnTo>
                    <a:pt x="9781432" y="993788"/>
                  </a:lnTo>
                  <a:close/>
                  <a:moveTo>
                    <a:pt x="8877431" y="877625"/>
                  </a:moveTo>
                  <a:lnTo>
                    <a:pt x="9382033" y="877625"/>
                  </a:lnTo>
                  <a:lnTo>
                    <a:pt x="9382033" y="993788"/>
                  </a:lnTo>
                  <a:lnTo>
                    <a:pt x="8877431" y="993788"/>
                  </a:lnTo>
                  <a:close/>
                  <a:moveTo>
                    <a:pt x="7678004" y="877625"/>
                  </a:moveTo>
                  <a:lnTo>
                    <a:pt x="8501703" y="877625"/>
                  </a:lnTo>
                  <a:lnTo>
                    <a:pt x="8501703" y="993788"/>
                  </a:lnTo>
                  <a:lnTo>
                    <a:pt x="7726316" y="993788"/>
                  </a:lnTo>
                  <a:close/>
                  <a:moveTo>
                    <a:pt x="7193139" y="877625"/>
                  </a:moveTo>
                  <a:lnTo>
                    <a:pt x="7648159" y="877625"/>
                  </a:lnTo>
                  <a:lnTo>
                    <a:pt x="7648159" y="993788"/>
                  </a:lnTo>
                  <a:lnTo>
                    <a:pt x="7193139" y="993788"/>
                  </a:lnTo>
                  <a:close/>
                  <a:moveTo>
                    <a:pt x="6188669" y="877625"/>
                  </a:moveTo>
                  <a:lnTo>
                    <a:pt x="7056268" y="877625"/>
                  </a:lnTo>
                  <a:lnTo>
                    <a:pt x="7056268" y="988326"/>
                  </a:lnTo>
                  <a:lnTo>
                    <a:pt x="6674501" y="988326"/>
                  </a:lnTo>
                  <a:lnTo>
                    <a:pt x="6674501" y="993788"/>
                  </a:lnTo>
                  <a:lnTo>
                    <a:pt x="6188669" y="993788"/>
                  </a:lnTo>
                  <a:close/>
                  <a:moveTo>
                    <a:pt x="5574793" y="877625"/>
                  </a:moveTo>
                  <a:lnTo>
                    <a:pt x="6073294" y="877625"/>
                  </a:lnTo>
                  <a:lnTo>
                    <a:pt x="6073294" y="993788"/>
                  </a:lnTo>
                  <a:lnTo>
                    <a:pt x="5574793" y="993788"/>
                  </a:lnTo>
                  <a:close/>
                  <a:moveTo>
                    <a:pt x="4792811" y="877625"/>
                  </a:moveTo>
                  <a:lnTo>
                    <a:pt x="5291307" y="877625"/>
                  </a:lnTo>
                  <a:lnTo>
                    <a:pt x="5291307" y="993788"/>
                  </a:lnTo>
                  <a:lnTo>
                    <a:pt x="4792811" y="993788"/>
                  </a:lnTo>
                  <a:close/>
                  <a:moveTo>
                    <a:pt x="2285298" y="877625"/>
                  </a:moveTo>
                  <a:lnTo>
                    <a:pt x="3161500" y="877625"/>
                  </a:lnTo>
                  <a:lnTo>
                    <a:pt x="3161500" y="988326"/>
                  </a:lnTo>
                  <a:lnTo>
                    <a:pt x="2771132" y="988326"/>
                  </a:lnTo>
                  <a:lnTo>
                    <a:pt x="2771132" y="993788"/>
                  </a:lnTo>
                  <a:lnTo>
                    <a:pt x="2285298" y="993788"/>
                  </a:lnTo>
                  <a:close/>
                  <a:moveTo>
                    <a:pt x="985097" y="877625"/>
                  </a:moveTo>
                  <a:lnTo>
                    <a:pt x="2107746" y="877625"/>
                  </a:lnTo>
                  <a:cubicBezTo>
                    <a:pt x="2086278" y="919656"/>
                    <a:pt x="2059665" y="958619"/>
                    <a:pt x="2028664" y="993788"/>
                  </a:cubicBezTo>
                  <a:lnTo>
                    <a:pt x="985097" y="993788"/>
                  </a:lnTo>
                  <a:close/>
                  <a:moveTo>
                    <a:pt x="0" y="877625"/>
                  </a:moveTo>
                  <a:lnTo>
                    <a:pt x="877145" y="877625"/>
                  </a:lnTo>
                  <a:lnTo>
                    <a:pt x="877145" y="993788"/>
                  </a:lnTo>
                  <a:lnTo>
                    <a:pt x="0" y="993788"/>
                  </a:lnTo>
                  <a:close/>
                  <a:moveTo>
                    <a:pt x="4199211" y="877624"/>
                  </a:moveTo>
                  <a:lnTo>
                    <a:pt x="4674176" y="877624"/>
                  </a:lnTo>
                  <a:cubicBezTo>
                    <a:pt x="4674327" y="879591"/>
                    <a:pt x="4674332" y="881557"/>
                    <a:pt x="4674332" y="883528"/>
                  </a:cubicBezTo>
                  <a:cubicBezTo>
                    <a:pt x="4674332" y="920824"/>
                    <a:pt x="4672822" y="957628"/>
                    <a:pt x="4669465" y="993787"/>
                  </a:cubicBezTo>
                  <a:lnTo>
                    <a:pt x="4189743" y="993787"/>
                  </a:lnTo>
                  <a:cubicBezTo>
                    <a:pt x="4195970" y="956882"/>
                    <a:pt x="4199133" y="917914"/>
                    <a:pt x="4199211" y="877624"/>
                  </a:cubicBezTo>
                  <a:close/>
                  <a:moveTo>
                    <a:pt x="3291213" y="877624"/>
                  </a:moveTo>
                  <a:lnTo>
                    <a:pt x="3766173" y="877624"/>
                  </a:lnTo>
                  <a:cubicBezTo>
                    <a:pt x="3766256" y="917914"/>
                    <a:pt x="3769415" y="956882"/>
                    <a:pt x="3775650" y="993787"/>
                  </a:cubicBezTo>
                  <a:lnTo>
                    <a:pt x="3295989" y="993787"/>
                  </a:lnTo>
                  <a:cubicBezTo>
                    <a:pt x="3292572" y="957632"/>
                    <a:pt x="3291057" y="920824"/>
                    <a:pt x="3291057" y="883528"/>
                  </a:cubicBezTo>
                  <a:close/>
                  <a:moveTo>
                    <a:pt x="10461146" y="710797"/>
                  </a:moveTo>
                  <a:lnTo>
                    <a:pt x="11109160" y="710797"/>
                  </a:lnTo>
                  <a:cubicBezTo>
                    <a:pt x="11109161" y="710797"/>
                    <a:pt x="11109161" y="710798"/>
                    <a:pt x="11109162" y="710798"/>
                  </a:cubicBezTo>
                  <a:lnTo>
                    <a:pt x="11121245" y="710798"/>
                  </a:lnTo>
                  <a:lnTo>
                    <a:pt x="11122337" y="711693"/>
                  </a:lnTo>
                  <a:lnTo>
                    <a:pt x="11118350" y="711693"/>
                  </a:lnTo>
                  <a:cubicBezTo>
                    <a:pt x="11153339" y="736641"/>
                    <a:pt x="11185427" y="765257"/>
                    <a:pt x="11213739" y="797219"/>
                  </a:cubicBezTo>
                  <a:lnTo>
                    <a:pt x="10517279" y="797218"/>
                  </a:lnTo>
                  <a:cubicBezTo>
                    <a:pt x="10497025" y="770452"/>
                    <a:pt x="10475239" y="741481"/>
                    <a:pt x="10461146" y="710797"/>
                  </a:cubicBezTo>
                  <a:close/>
                  <a:moveTo>
                    <a:pt x="9781432" y="709293"/>
                  </a:moveTo>
                  <a:lnTo>
                    <a:pt x="10286039" y="709293"/>
                  </a:lnTo>
                  <a:lnTo>
                    <a:pt x="10286039" y="795531"/>
                  </a:lnTo>
                  <a:lnTo>
                    <a:pt x="9781432" y="795531"/>
                  </a:lnTo>
                  <a:close/>
                  <a:moveTo>
                    <a:pt x="8877431" y="709293"/>
                  </a:moveTo>
                  <a:lnTo>
                    <a:pt x="9382033" y="709293"/>
                  </a:lnTo>
                  <a:lnTo>
                    <a:pt x="9382033" y="795531"/>
                  </a:lnTo>
                  <a:lnTo>
                    <a:pt x="8877431" y="795531"/>
                  </a:lnTo>
                  <a:close/>
                  <a:moveTo>
                    <a:pt x="8042875" y="709293"/>
                  </a:moveTo>
                  <a:lnTo>
                    <a:pt x="8501703" y="709293"/>
                  </a:lnTo>
                  <a:lnTo>
                    <a:pt x="8501703" y="795531"/>
                  </a:lnTo>
                  <a:lnTo>
                    <a:pt x="8042875" y="795531"/>
                  </a:lnTo>
                  <a:close/>
                  <a:moveTo>
                    <a:pt x="7193139" y="709293"/>
                  </a:moveTo>
                  <a:lnTo>
                    <a:pt x="7996240" y="709293"/>
                  </a:lnTo>
                  <a:lnTo>
                    <a:pt x="8036152" y="795531"/>
                  </a:lnTo>
                  <a:lnTo>
                    <a:pt x="7193139" y="795531"/>
                  </a:lnTo>
                  <a:close/>
                  <a:moveTo>
                    <a:pt x="6188669" y="709293"/>
                  </a:moveTo>
                  <a:lnTo>
                    <a:pt x="6674501" y="709293"/>
                  </a:lnTo>
                  <a:lnTo>
                    <a:pt x="6674501" y="714671"/>
                  </a:lnTo>
                  <a:lnTo>
                    <a:pt x="7056268" y="714671"/>
                  </a:lnTo>
                  <a:lnTo>
                    <a:pt x="7056268" y="795531"/>
                  </a:lnTo>
                  <a:lnTo>
                    <a:pt x="6188669" y="795531"/>
                  </a:lnTo>
                  <a:close/>
                  <a:moveTo>
                    <a:pt x="5574793" y="709293"/>
                  </a:moveTo>
                  <a:lnTo>
                    <a:pt x="6073294" y="709293"/>
                  </a:lnTo>
                  <a:lnTo>
                    <a:pt x="6073294" y="795531"/>
                  </a:lnTo>
                  <a:lnTo>
                    <a:pt x="5574793" y="795531"/>
                  </a:lnTo>
                  <a:close/>
                  <a:moveTo>
                    <a:pt x="4792811" y="709293"/>
                  </a:moveTo>
                  <a:lnTo>
                    <a:pt x="5291307" y="709293"/>
                  </a:lnTo>
                  <a:lnTo>
                    <a:pt x="5291307" y="795531"/>
                  </a:lnTo>
                  <a:lnTo>
                    <a:pt x="4792811" y="795531"/>
                  </a:lnTo>
                  <a:close/>
                  <a:moveTo>
                    <a:pt x="2285298" y="709293"/>
                  </a:moveTo>
                  <a:lnTo>
                    <a:pt x="2771132" y="709293"/>
                  </a:lnTo>
                  <a:lnTo>
                    <a:pt x="2771132" y="714671"/>
                  </a:lnTo>
                  <a:lnTo>
                    <a:pt x="3161500" y="714671"/>
                  </a:lnTo>
                  <a:lnTo>
                    <a:pt x="3161500" y="795531"/>
                  </a:lnTo>
                  <a:lnTo>
                    <a:pt x="2285298" y="795531"/>
                  </a:lnTo>
                  <a:close/>
                  <a:moveTo>
                    <a:pt x="1709143" y="709293"/>
                  </a:moveTo>
                  <a:lnTo>
                    <a:pt x="2169670" y="709293"/>
                  </a:lnTo>
                  <a:cubicBezTo>
                    <a:pt x="2163895" y="738935"/>
                    <a:pt x="2155552" y="767712"/>
                    <a:pt x="2145130" y="795531"/>
                  </a:cubicBezTo>
                  <a:lnTo>
                    <a:pt x="1595923" y="795531"/>
                  </a:lnTo>
                  <a:cubicBezTo>
                    <a:pt x="1642913" y="780533"/>
                    <a:pt x="1682554" y="749578"/>
                    <a:pt x="1709143" y="709293"/>
                  </a:cubicBezTo>
                  <a:close/>
                  <a:moveTo>
                    <a:pt x="985097" y="709293"/>
                  </a:moveTo>
                  <a:lnTo>
                    <a:pt x="1469893" y="709293"/>
                  </a:lnTo>
                  <a:lnTo>
                    <a:pt x="1469893" y="795531"/>
                  </a:lnTo>
                  <a:lnTo>
                    <a:pt x="985097" y="795531"/>
                  </a:lnTo>
                  <a:close/>
                  <a:moveTo>
                    <a:pt x="0" y="709293"/>
                  </a:moveTo>
                  <a:lnTo>
                    <a:pt x="877145" y="709293"/>
                  </a:lnTo>
                  <a:lnTo>
                    <a:pt x="877145" y="795531"/>
                  </a:lnTo>
                  <a:lnTo>
                    <a:pt x="0" y="795531"/>
                  </a:lnTo>
                  <a:close/>
                  <a:moveTo>
                    <a:pt x="4189251" y="709292"/>
                  </a:moveTo>
                  <a:lnTo>
                    <a:pt x="4662658" y="709292"/>
                  </a:lnTo>
                  <a:cubicBezTo>
                    <a:pt x="4666812" y="737581"/>
                    <a:pt x="4669621" y="766357"/>
                    <a:pt x="4671191" y="795530"/>
                  </a:cubicBezTo>
                  <a:lnTo>
                    <a:pt x="4197682" y="795530"/>
                  </a:lnTo>
                  <a:cubicBezTo>
                    <a:pt x="4197148" y="765777"/>
                    <a:pt x="4194298" y="736917"/>
                    <a:pt x="4189251" y="709292"/>
                  </a:cubicBezTo>
                  <a:close/>
                  <a:moveTo>
                    <a:pt x="3302730" y="709292"/>
                  </a:moveTo>
                  <a:lnTo>
                    <a:pt x="3776138" y="709292"/>
                  </a:lnTo>
                  <a:cubicBezTo>
                    <a:pt x="3771091" y="736917"/>
                    <a:pt x="3768241" y="765777"/>
                    <a:pt x="3767701" y="795530"/>
                  </a:cubicBezTo>
                  <a:lnTo>
                    <a:pt x="3294197" y="795530"/>
                  </a:lnTo>
                  <a:cubicBezTo>
                    <a:pt x="3295768" y="766357"/>
                    <a:pt x="3298581" y="737581"/>
                    <a:pt x="3302730" y="709292"/>
                  </a:cubicBezTo>
                  <a:close/>
                  <a:moveTo>
                    <a:pt x="10418948" y="565540"/>
                  </a:moveTo>
                  <a:lnTo>
                    <a:pt x="10949595" y="565540"/>
                  </a:lnTo>
                  <a:cubicBezTo>
                    <a:pt x="10953670" y="570456"/>
                    <a:pt x="10958769" y="574162"/>
                    <a:pt x="10964075" y="577567"/>
                  </a:cubicBezTo>
                  <a:lnTo>
                    <a:pt x="11026395" y="628529"/>
                  </a:lnTo>
                  <a:lnTo>
                    <a:pt x="10434083" y="628529"/>
                  </a:lnTo>
                  <a:cubicBezTo>
                    <a:pt x="10426940" y="608233"/>
                    <a:pt x="10421851" y="587175"/>
                    <a:pt x="10418948" y="565540"/>
                  </a:cubicBezTo>
                  <a:close/>
                  <a:moveTo>
                    <a:pt x="9781432" y="564344"/>
                  </a:moveTo>
                  <a:lnTo>
                    <a:pt x="10286039" y="564344"/>
                  </a:lnTo>
                  <a:lnTo>
                    <a:pt x="10286039" y="627199"/>
                  </a:lnTo>
                  <a:lnTo>
                    <a:pt x="9781432" y="627199"/>
                  </a:lnTo>
                  <a:close/>
                  <a:moveTo>
                    <a:pt x="8877431" y="564344"/>
                  </a:moveTo>
                  <a:lnTo>
                    <a:pt x="9382033" y="564344"/>
                  </a:lnTo>
                  <a:lnTo>
                    <a:pt x="9382033" y="627199"/>
                  </a:lnTo>
                  <a:lnTo>
                    <a:pt x="8877431" y="627199"/>
                  </a:lnTo>
                  <a:close/>
                  <a:moveTo>
                    <a:pt x="8042875" y="564344"/>
                  </a:moveTo>
                  <a:lnTo>
                    <a:pt x="8501703" y="564344"/>
                  </a:lnTo>
                  <a:lnTo>
                    <a:pt x="8501703" y="627199"/>
                  </a:lnTo>
                  <a:lnTo>
                    <a:pt x="8042875" y="627199"/>
                  </a:lnTo>
                  <a:close/>
                  <a:moveTo>
                    <a:pt x="7193139" y="564344"/>
                  </a:moveTo>
                  <a:lnTo>
                    <a:pt x="7929154" y="564344"/>
                  </a:lnTo>
                  <a:lnTo>
                    <a:pt x="7958244" y="627199"/>
                  </a:lnTo>
                  <a:lnTo>
                    <a:pt x="7193139" y="627199"/>
                  </a:lnTo>
                  <a:close/>
                  <a:moveTo>
                    <a:pt x="6188669" y="564344"/>
                  </a:moveTo>
                  <a:lnTo>
                    <a:pt x="6674501" y="564344"/>
                  </a:lnTo>
                  <a:lnTo>
                    <a:pt x="6674501" y="627199"/>
                  </a:lnTo>
                  <a:lnTo>
                    <a:pt x="6188669" y="627199"/>
                  </a:lnTo>
                  <a:close/>
                  <a:moveTo>
                    <a:pt x="5574793" y="564344"/>
                  </a:moveTo>
                  <a:lnTo>
                    <a:pt x="6073294" y="564344"/>
                  </a:lnTo>
                  <a:lnTo>
                    <a:pt x="6073294" y="627199"/>
                  </a:lnTo>
                  <a:lnTo>
                    <a:pt x="5574793" y="627199"/>
                  </a:lnTo>
                  <a:close/>
                  <a:moveTo>
                    <a:pt x="4792811" y="564344"/>
                  </a:moveTo>
                  <a:lnTo>
                    <a:pt x="5291307" y="564344"/>
                  </a:lnTo>
                  <a:lnTo>
                    <a:pt x="5291307" y="627199"/>
                  </a:lnTo>
                  <a:lnTo>
                    <a:pt x="4792811" y="627199"/>
                  </a:lnTo>
                  <a:close/>
                  <a:moveTo>
                    <a:pt x="2285298" y="564344"/>
                  </a:moveTo>
                  <a:lnTo>
                    <a:pt x="2771132" y="564344"/>
                  </a:lnTo>
                  <a:lnTo>
                    <a:pt x="2771132" y="627199"/>
                  </a:lnTo>
                  <a:lnTo>
                    <a:pt x="2285298" y="627199"/>
                  </a:lnTo>
                  <a:close/>
                  <a:moveTo>
                    <a:pt x="1743635" y="564344"/>
                  </a:moveTo>
                  <a:lnTo>
                    <a:pt x="2184512" y="564344"/>
                  </a:lnTo>
                  <a:cubicBezTo>
                    <a:pt x="2184766" y="566886"/>
                    <a:pt x="2184779" y="569428"/>
                    <a:pt x="2184779" y="571975"/>
                  </a:cubicBezTo>
                  <a:lnTo>
                    <a:pt x="2181588" y="627199"/>
                  </a:lnTo>
                  <a:lnTo>
                    <a:pt x="1742032" y="627199"/>
                  </a:lnTo>
                  <a:cubicBezTo>
                    <a:pt x="1744814" y="614498"/>
                    <a:pt x="1746020" y="601328"/>
                    <a:pt x="1746020" y="587881"/>
                  </a:cubicBezTo>
                  <a:close/>
                  <a:moveTo>
                    <a:pt x="985097" y="564344"/>
                  </a:moveTo>
                  <a:lnTo>
                    <a:pt x="1469893" y="564344"/>
                  </a:lnTo>
                  <a:lnTo>
                    <a:pt x="1469893" y="627199"/>
                  </a:lnTo>
                  <a:lnTo>
                    <a:pt x="985097" y="627199"/>
                  </a:lnTo>
                  <a:close/>
                  <a:moveTo>
                    <a:pt x="0" y="564344"/>
                  </a:moveTo>
                  <a:lnTo>
                    <a:pt x="505721" y="564344"/>
                  </a:lnTo>
                  <a:lnTo>
                    <a:pt x="505721" y="627199"/>
                  </a:lnTo>
                  <a:lnTo>
                    <a:pt x="0" y="627199"/>
                  </a:lnTo>
                  <a:close/>
                  <a:moveTo>
                    <a:pt x="4156173" y="564343"/>
                  </a:moveTo>
                  <a:lnTo>
                    <a:pt x="4635244" y="564343"/>
                  </a:lnTo>
                  <a:cubicBezTo>
                    <a:pt x="4640872" y="584882"/>
                    <a:pt x="4645555" y="605853"/>
                    <a:pt x="4649285" y="627198"/>
                  </a:cubicBezTo>
                  <a:lnTo>
                    <a:pt x="4173561" y="627198"/>
                  </a:lnTo>
                  <a:cubicBezTo>
                    <a:pt x="4169315" y="604960"/>
                    <a:pt x="4163223" y="584012"/>
                    <a:pt x="4156173" y="564343"/>
                  </a:cubicBezTo>
                  <a:close/>
                  <a:moveTo>
                    <a:pt x="3330140" y="564343"/>
                  </a:moveTo>
                  <a:lnTo>
                    <a:pt x="3809216" y="564343"/>
                  </a:lnTo>
                  <a:cubicBezTo>
                    <a:pt x="3802169" y="584012"/>
                    <a:pt x="3796073" y="604960"/>
                    <a:pt x="3791828" y="627198"/>
                  </a:cubicBezTo>
                  <a:lnTo>
                    <a:pt x="3316108" y="627198"/>
                  </a:lnTo>
                  <a:cubicBezTo>
                    <a:pt x="3319832" y="605853"/>
                    <a:pt x="3324517" y="584882"/>
                    <a:pt x="3330140" y="564343"/>
                  </a:cubicBezTo>
                  <a:close/>
                  <a:moveTo>
                    <a:pt x="11305691" y="441367"/>
                  </a:moveTo>
                  <a:lnTo>
                    <a:pt x="11306110" y="441367"/>
                  </a:lnTo>
                  <a:lnTo>
                    <a:pt x="11306110" y="441726"/>
                  </a:lnTo>
                  <a:close/>
                  <a:moveTo>
                    <a:pt x="10419150" y="441367"/>
                  </a:moveTo>
                  <a:lnTo>
                    <a:pt x="10893359" y="441367"/>
                  </a:lnTo>
                  <a:cubicBezTo>
                    <a:pt x="10886582" y="455880"/>
                    <a:pt x="10890875" y="469945"/>
                    <a:pt x="10894757" y="483273"/>
                  </a:cubicBezTo>
                  <a:lnTo>
                    <a:pt x="10419058" y="483273"/>
                  </a:lnTo>
                  <a:cubicBezTo>
                    <a:pt x="10417969" y="476587"/>
                    <a:pt x="10417854" y="469854"/>
                    <a:pt x="10417854" y="463084"/>
                  </a:cubicBezTo>
                  <a:close/>
                  <a:moveTo>
                    <a:pt x="9781432" y="440432"/>
                  </a:moveTo>
                  <a:lnTo>
                    <a:pt x="10286039" y="440432"/>
                  </a:lnTo>
                  <a:lnTo>
                    <a:pt x="10286039" y="482250"/>
                  </a:lnTo>
                  <a:lnTo>
                    <a:pt x="9781432" y="482250"/>
                  </a:lnTo>
                  <a:close/>
                  <a:moveTo>
                    <a:pt x="8877431" y="440432"/>
                  </a:moveTo>
                  <a:lnTo>
                    <a:pt x="9382033" y="440432"/>
                  </a:lnTo>
                  <a:lnTo>
                    <a:pt x="9382033" y="482250"/>
                  </a:lnTo>
                  <a:lnTo>
                    <a:pt x="8877431" y="482250"/>
                  </a:lnTo>
                  <a:close/>
                  <a:moveTo>
                    <a:pt x="8042875" y="440432"/>
                  </a:moveTo>
                  <a:lnTo>
                    <a:pt x="8501703" y="440432"/>
                  </a:lnTo>
                  <a:lnTo>
                    <a:pt x="8501703" y="482250"/>
                  </a:lnTo>
                  <a:lnTo>
                    <a:pt x="8042875" y="482250"/>
                  </a:lnTo>
                  <a:close/>
                  <a:moveTo>
                    <a:pt x="7193139" y="440432"/>
                  </a:moveTo>
                  <a:lnTo>
                    <a:pt x="7871807" y="440432"/>
                  </a:lnTo>
                  <a:lnTo>
                    <a:pt x="7891162" y="482250"/>
                  </a:lnTo>
                  <a:lnTo>
                    <a:pt x="7193139" y="482250"/>
                  </a:lnTo>
                  <a:close/>
                  <a:moveTo>
                    <a:pt x="6188669" y="440432"/>
                  </a:moveTo>
                  <a:lnTo>
                    <a:pt x="6674501" y="440432"/>
                  </a:lnTo>
                  <a:lnTo>
                    <a:pt x="6674501" y="482250"/>
                  </a:lnTo>
                  <a:lnTo>
                    <a:pt x="6188669" y="482250"/>
                  </a:lnTo>
                  <a:close/>
                  <a:moveTo>
                    <a:pt x="5574793" y="440432"/>
                  </a:moveTo>
                  <a:lnTo>
                    <a:pt x="6073294" y="440432"/>
                  </a:lnTo>
                  <a:lnTo>
                    <a:pt x="6073294" y="482250"/>
                  </a:lnTo>
                  <a:lnTo>
                    <a:pt x="5574793" y="482250"/>
                  </a:lnTo>
                  <a:close/>
                  <a:moveTo>
                    <a:pt x="4792811" y="440432"/>
                  </a:moveTo>
                  <a:lnTo>
                    <a:pt x="5291307" y="440432"/>
                  </a:lnTo>
                  <a:lnTo>
                    <a:pt x="5291307" y="482250"/>
                  </a:lnTo>
                  <a:lnTo>
                    <a:pt x="4792811" y="482250"/>
                  </a:lnTo>
                  <a:close/>
                  <a:moveTo>
                    <a:pt x="2285298" y="440432"/>
                  </a:moveTo>
                  <a:lnTo>
                    <a:pt x="2771132" y="440432"/>
                  </a:lnTo>
                  <a:lnTo>
                    <a:pt x="2771132" y="482250"/>
                  </a:lnTo>
                  <a:lnTo>
                    <a:pt x="2285298" y="482250"/>
                  </a:lnTo>
                  <a:close/>
                  <a:moveTo>
                    <a:pt x="1688066" y="440432"/>
                  </a:moveTo>
                  <a:lnTo>
                    <a:pt x="2171374" y="440432"/>
                  </a:lnTo>
                  <a:cubicBezTo>
                    <a:pt x="2174308" y="454201"/>
                    <a:pt x="2176703" y="468150"/>
                    <a:pt x="2178605" y="482250"/>
                  </a:cubicBezTo>
                  <a:lnTo>
                    <a:pt x="1717768" y="482250"/>
                  </a:lnTo>
                  <a:cubicBezTo>
                    <a:pt x="1710308" y="466635"/>
                    <a:pt x="1700209" y="452603"/>
                    <a:pt x="1688066" y="440432"/>
                  </a:cubicBezTo>
                  <a:close/>
                  <a:moveTo>
                    <a:pt x="985097" y="440432"/>
                  </a:moveTo>
                  <a:lnTo>
                    <a:pt x="1469893" y="440432"/>
                  </a:lnTo>
                  <a:lnTo>
                    <a:pt x="1469893" y="482250"/>
                  </a:lnTo>
                  <a:lnTo>
                    <a:pt x="985097" y="482250"/>
                  </a:lnTo>
                  <a:close/>
                  <a:moveTo>
                    <a:pt x="0" y="440432"/>
                  </a:moveTo>
                  <a:lnTo>
                    <a:pt x="505721" y="440432"/>
                  </a:lnTo>
                  <a:lnTo>
                    <a:pt x="505721" y="482250"/>
                  </a:lnTo>
                  <a:lnTo>
                    <a:pt x="0" y="482250"/>
                  </a:lnTo>
                  <a:close/>
                  <a:moveTo>
                    <a:pt x="4093268" y="440431"/>
                  </a:moveTo>
                  <a:lnTo>
                    <a:pt x="4597023" y="440431"/>
                  </a:lnTo>
                  <a:cubicBezTo>
                    <a:pt x="4602558" y="454039"/>
                    <a:pt x="4607425" y="468006"/>
                    <a:pt x="4611768" y="482249"/>
                  </a:cubicBezTo>
                  <a:lnTo>
                    <a:pt x="4120709" y="482249"/>
                  </a:lnTo>
                  <a:cubicBezTo>
                    <a:pt x="4112199" y="466767"/>
                    <a:pt x="4103118" y="452703"/>
                    <a:pt x="4093268" y="440431"/>
                  </a:cubicBezTo>
                  <a:close/>
                  <a:moveTo>
                    <a:pt x="3368371" y="440431"/>
                  </a:moveTo>
                  <a:lnTo>
                    <a:pt x="3872116" y="440431"/>
                  </a:lnTo>
                  <a:cubicBezTo>
                    <a:pt x="3862266" y="452703"/>
                    <a:pt x="3853190" y="466767"/>
                    <a:pt x="3844680" y="482249"/>
                  </a:cubicBezTo>
                  <a:lnTo>
                    <a:pt x="3353616" y="482249"/>
                  </a:lnTo>
                  <a:cubicBezTo>
                    <a:pt x="3357959" y="468006"/>
                    <a:pt x="3362831" y="454039"/>
                    <a:pt x="3368371" y="440431"/>
                  </a:cubicBezTo>
                  <a:close/>
                  <a:moveTo>
                    <a:pt x="11223979" y="437563"/>
                  </a:moveTo>
                  <a:lnTo>
                    <a:pt x="11304274" y="437563"/>
                  </a:lnTo>
                  <a:lnTo>
                    <a:pt x="11304274" y="487440"/>
                  </a:lnTo>
                  <a:lnTo>
                    <a:pt x="11274504" y="487440"/>
                  </a:lnTo>
                  <a:close/>
                  <a:moveTo>
                    <a:pt x="10437485" y="312620"/>
                  </a:moveTo>
                  <a:lnTo>
                    <a:pt x="11305204" y="312620"/>
                  </a:lnTo>
                  <a:lnTo>
                    <a:pt x="11305204" y="323517"/>
                  </a:lnTo>
                  <a:lnTo>
                    <a:pt x="11306110" y="323517"/>
                  </a:lnTo>
                  <a:lnTo>
                    <a:pt x="11306110" y="351547"/>
                  </a:lnTo>
                  <a:lnTo>
                    <a:pt x="11306110" y="359098"/>
                  </a:lnTo>
                  <a:lnTo>
                    <a:pt x="11305204" y="359098"/>
                  </a:lnTo>
                  <a:lnTo>
                    <a:pt x="11305204" y="363528"/>
                  </a:lnTo>
                  <a:lnTo>
                    <a:pt x="10423824" y="363528"/>
                  </a:lnTo>
                  <a:lnTo>
                    <a:pt x="10429797" y="336441"/>
                  </a:lnTo>
                  <a:close/>
                  <a:moveTo>
                    <a:pt x="9781432" y="312620"/>
                  </a:moveTo>
                  <a:lnTo>
                    <a:pt x="10286039" y="312620"/>
                  </a:lnTo>
                  <a:lnTo>
                    <a:pt x="10286039" y="322833"/>
                  </a:lnTo>
                  <a:lnTo>
                    <a:pt x="10286039" y="358338"/>
                  </a:lnTo>
                  <a:lnTo>
                    <a:pt x="10286039" y="358339"/>
                  </a:lnTo>
                  <a:lnTo>
                    <a:pt x="9781432" y="358339"/>
                  </a:lnTo>
                  <a:lnTo>
                    <a:pt x="9781432" y="358338"/>
                  </a:lnTo>
                  <a:lnTo>
                    <a:pt x="9781432" y="322833"/>
                  </a:lnTo>
                  <a:close/>
                  <a:moveTo>
                    <a:pt x="8611213" y="312620"/>
                  </a:moveTo>
                  <a:lnTo>
                    <a:pt x="9666891" y="312620"/>
                  </a:lnTo>
                  <a:lnTo>
                    <a:pt x="9666891" y="322833"/>
                  </a:lnTo>
                  <a:lnTo>
                    <a:pt x="9668568" y="322833"/>
                  </a:lnTo>
                  <a:lnTo>
                    <a:pt x="9668568" y="358338"/>
                  </a:lnTo>
                  <a:lnTo>
                    <a:pt x="9666891" y="358338"/>
                  </a:lnTo>
                  <a:lnTo>
                    <a:pt x="9666891" y="358339"/>
                  </a:lnTo>
                  <a:lnTo>
                    <a:pt x="8611213" y="358339"/>
                  </a:lnTo>
                  <a:close/>
                  <a:moveTo>
                    <a:pt x="8037009" y="312620"/>
                  </a:moveTo>
                  <a:lnTo>
                    <a:pt x="8500026" y="312620"/>
                  </a:lnTo>
                  <a:lnTo>
                    <a:pt x="8500026" y="322833"/>
                  </a:lnTo>
                  <a:lnTo>
                    <a:pt x="8501703" y="322833"/>
                  </a:lnTo>
                  <a:lnTo>
                    <a:pt x="8501703" y="358338"/>
                  </a:lnTo>
                  <a:lnTo>
                    <a:pt x="8500026" y="358338"/>
                  </a:lnTo>
                  <a:lnTo>
                    <a:pt x="8500026" y="358339"/>
                  </a:lnTo>
                  <a:lnTo>
                    <a:pt x="8037009" y="358339"/>
                  </a:lnTo>
                  <a:close/>
                  <a:moveTo>
                    <a:pt x="7193139" y="312620"/>
                  </a:moveTo>
                  <a:lnTo>
                    <a:pt x="7812777" y="312620"/>
                  </a:lnTo>
                  <a:lnTo>
                    <a:pt x="7833342" y="357178"/>
                  </a:lnTo>
                  <a:lnTo>
                    <a:pt x="7833342" y="357314"/>
                  </a:lnTo>
                  <a:lnTo>
                    <a:pt x="7833816" y="358338"/>
                  </a:lnTo>
                  <a:lnTo>
                    <a:pt x="7833342" y="358338"/>
                  </a:lnTo>
                  <a:lnTo>
                    <a:pt x="7833342" y="358339"/>
                  </a:lnTo>
                  <a:lnTo>
                    <a:pt x="7193139" y="358339"/>
                  </a:lnTo>
                  <a:lnTo>
                    <a:pt x="7193139" y="358338"/>
                  </a:lnTo>
                  <a:lnTo>
                    <a:pt x="7193139" y="322833"/>
                  </a:lnTo>
                  <a:close/>
                  <a:moveTo>
                    <a:pt x="6184479" y="312620"/>
                  </a:moveTo>
                  <a:lnTo>
                    <a:pt x="7080274" y="312620"/>
                  </a:lnTo>
                  <a:lnTo>
                    <a:pt x="7080274" y="322833"/>
                  </a:lnTo>
                  <a:lnTo>
                    <a:pt x="7080275" y="322833"/>
                  </a:lnTo>
                  <a:lnTo>
                    <a:pt x="7080275" y="358338"/>
                  </a:lnTo>
                  <a:lnTo>
                    <a:pt x="7080274" y="358338"/>
                  </a:lnTo>
                  <a:lnTo>
                    <a:pt x="7080274" y="358339"/>
                  </a:lnTo>
                  <a:lnTo>
                    <a:pt x="6184479" y="358339"/>
                  </a:lnTo>
                  <a:close/>
                  <a:moveTo>
                    <a:pt x="5574793" y="312620"/>
                  </a:moveTo>
                  <a:lnTo>
                    <a:pt x="6073294" y="312620"/>
                  </a:lnTo>
                  <a:lnTo>
                    <a:pt x="6073294" y="322833"/>
                  </a:lnTo>
                  <a:lnTo>
                    <a:pt x="6073294" y="358338"/>
                  </a:lnTo>
                  <a:lnTo>
                    <a:pt x="6073294" y="358339"/>
                  </a:lnTo>
                  <a:lnTo>
                    <a:pt x="5574793" y="358339"/>
                  </a:lnTo>
                  <a:lnTo>
                    <a:pt x="5574793" y="358338"/>
                  </a:lnTo>
                  <a:lnTo>
                    <a:pt x="5574793" y="322833"/>
                  </a:lnTo>
                  <a:close/>
                  <a:moveTo>
                    <a:pt x="4792811" y="312620"/>
                  </a:moveTo>
                  <a:lnTo>
                    <a:pt x="5291307" y="312620"/>
                  </a:lnTo>
                  <a:lnTo>
                    <a:pt x="5291307" y="322833"/>
                  </a:lnTo>
                  <a:lnTo>
                    <a:pt x="5291307" y="358338"/>
                  </a:lnTo>
                  <a:lnTo>
                    <a:pt x="5291307" y="358339"/>
                  </a:lnTo>
                  <a:lnTo>
                    <a:pt x="4792811" y="358339"/>
                  </a:lnTo>
                  <a:lnTo>
                    <a:pt x="4792811" y="358338"/>
                  </a:lnTo>
                  <a:lnTo>
                    <a:pt x="4792811" y="322833"/>
                  </a:lnTo>
                  <a:close/>
                  <a:moveTo>
                    <a:pt x="2285298" y="312620"/>
                  </a:moveTo>
                  <a:lnTo>
                    <a:pt x="3183254" y="312620"/>
                  </a:lnTo>
                  <a:lnTo>
                    <a:pt x="3183254" y="322833"/>
                  </a:lnTo>
                  <a:lnTo>
                    <a:pt x="3183254" y="358338"/>
                  </a:lnTo>
                  <a:lnTo>
                    <a:pt x="3183254" y="358339"/>
                  </a:lnTo>
                  <a:lnTo>
                    <a:pt x="2285298" y="358339"/>
                  </a:lnTo>
                  <a:lnTo>
                    <a:pt x="2285298" y="358338"/>
                  </a:lnTo>
                  <a:lnTo>
                    <a:pt x="2285298" y="322833"/>
                  </a:lnTo>
                  <a:close/>
                  <a:moveTo>
                    <a:pt x="985097" y="312620"/>
                  </a:moveTo>
                  <a:lnTo>
                    <a:pt x="2135110" y="312620"/>
                  </a:lnTo>
                  <a:lnTo>
                    <a:pt x="2148730" y="358335"/>
                  </a:lnTo>
                  <a:lnTo>
                    <a:pt x="2148731" y="358338"/>
                  </a:lnTo>
                  <a:lnTo>
                    <a:pt x="2148731" y="358339"/>
                  </a:lnTo>
                  <a:lnTo>
                    <a:pt x="985097" y="358339"/>
                  </a:lnTo>
                  <a:lnTo>
                    <a:pt x="985097" y="358338"/>
                  </a:lnTo>
                  <a:lnTo>
                    <a:pt x="985097" y="322833"/>
                  </a:lnTo>
                  <a:close/>
                  <a:moveTo>
                    <a:pt x="0" y="312620"/>
                  </a:moveTo>
                  <a:lnTo>
                    <a:pt x="877145" y="312620"/>
                  </a:lnTo>
                  <a:lnTo>
                    <a:pt x="877145" y="322833"/>
                  </a:lnTo>
                  <a:lnTo>
                    <a:pt x="877145" y="358338"/>
                  </a:lnTo>
                  <a:lnTo>
                    <a:pt x="877145" y="358339"/>
                  </a:lnTo>
                  <a:lnTo>
                    <a:pt x="0" y="358339"/>
                  </a:lnTo>
                  <a:lnTo>
                    <a:pt x="0" y="358338"/>
                  </a:lnTo>
                  <a:lnTo>
                    <a:pt x="0" y="322833"/>
                  </a:lnTo>
                  <a:close/>
                  <a:moveTo>
                    <a:pt x="3426524" y="311140"/>
                  </a:moveTo>
                  <a:lnTo>
                    <a:pt x="4541246" y="311140"/>
                  </a:lnTo>
                  <a:lnTo>
                    <a:pt x="4565836" y="363528"/>
                  </a:lnTo>
                  <a:lnTo>
                    <a:pt x="3720591" y="363528"/>
                  </a:lnTo>
                  <a:lnTo>
                    <a:pt x="3720591" y="361147"/>
                  </a:lnTo>
                  <a:lnTo>
                    <a:pt x="3403052" y="361147"/>
                  </a:lnTo>
                  <a:close/>
                  <a:moveTo>
                    <a:pt x="10479636" y="204267"/>
                  </a:moveTo>
                  <a:lnTo>
                    <a:pt x="10671926" y="204267"/>
                  </a:lnTo>
                  <a:lnTo>
                    <a:pt x="11306110" y="204267"/>
                  </a:lnTo>
                  <a:lnTo>
                    <a:pt x="11306110" y="241250"/>
                  </a:lnTo>
                  <a:lnTo>
                    <a:pt x="10671926" y="241250"/>
                  </a:lnTo>
                  <a:lnTo>
                    <a:pt x="10463420" y="241250"/>
                  </a:lnTo>
                  <a:close/>
                  <a:moveTo>
                    <a:pt x="9781432" y="203834"/>
                  </a:moveTo>
                  <a:lnTo>
                    <a:pt x="10286039" y="203834"/>
                  </a:lnTo>
                  <a:lnTo>
                    <a:pt x="10286039" y="240739"/>
                  </a:lnTo>
                  <a:lnTo>
                    <a:pt x="9781432" y="240739"/>
                  </a:lnTo>
                  <a:close/>
                  <a:moveTo>
                    <a:pt x="8612890" y="203834"/>
                  </a:moveTo>
                  <a:lnTo>
                    <a:pt x="9668568" y="203834"/>
                  </a:lnTo>
                  <a:lnTo>
                    <a:pt x="9668568" y="240739"/>
                  </a:lnTo>
                  <a:lnTo>
                    <a:pt x="8612890" y="240739"/>
                  </a:lnTo>
                  <a:close/>
                  <a:moveTo>
                    <a:pt x="8042875" y="203834"/>
                  </a:moveTo>
                  <a:lnTo>
                    <a:pt x="8501703" y="203834"/>
                  </a:lnTo>
                  <a:lnTo>
                    <a:pt x="8501703" y="240739"/>
                  </a:lnTo>
                  <a:lnTo>
                    <a:pt x="8042875" y="240739"/>
                  </a:lnTo>
                  <a:close/>
                  <a:moveTo>
                    <a:pt x="7193139" y="203834"/>
                  </a:moveTo>
                  <a:lnTo>
                    <a:pt x="7762309" y="203834"/>
                  </a:lnTo>
                  <a:lnTo>
                    <a:pt x="7779389" y="240739"/>
                  </a:lnTo>
                  <a:lnTo>
                    <a:pt x="7193139" y="240739"/>
                  </a:lnTo>
                  <a:close/>
                  <a:moveTo>
                    <a:pt x="6188669" y="203834"/>
                  </a:moveTo>
                  <a:lnTo>
                    <a:pt x="7080275" y="203834"/>
                  </a:lnTo>
                  <a:lnTo>
                    <a:pt x="7080275" y="240739"/>
                  </a:lnTo>
                  <a:lnTo>
                    <a:pt x="6188669" y="240739"/>
                  </a:lnTo>
                  <a:close/>
                  <a:moveTo>
                    <a:pt x="5574793" y="203834"/>
                  </a:moveTo>
                  <a:lnTo>
                    <a:pt x="6073294" y="203834"/>
                  </a:lnTo>
                  <a:lnTo>
                    <a:pt x="6073294" y="240739"/>
                  </a:lnTo>
                  <a:lnTo>
                    <a:pt x="5574793" y="240739"/>
                  </a:lnTo>
                  <a:close/>
                  <a:moveTo>
                    <a:pt x="4792811" y="203834"/>
                  </a:moveTo>
                  <a:lnTo>
                    <a:pt x="5291307" y="203834"/>
                  </a:lnTo>
                  <a:lnTo>
                    <a:pt x="5291307" y="240739"/>
                  </a:lnTo>
                  <a:lnTo>
                    <a:pt x="4792811" y="240739"/>
                  </a:lnTo>
                  <a:close/>
                  <a:moveTo>
                    <a:pt x="2285298" y="203834"/>
                  </a:moveTo>
                  <a:lnTo>
                    <a:pt x="3183254" y="203834"/>
                  </a:lnTo>
                  <a:lnTo>
                    <a:pt x="3183254" y="240739"/>
                  </a:lnTo>
                  <a:lnTo>
                    <a:pt x="2285298" y="240739"/>
                  </a:lnTo>
                  <a:close/>
                  <a:moveTo>
                    <a:pt x="985097" y="203834"/>
                  </a:moveTo>
                  <a:lnTo>
                    <a:pt x="2069184" y="203834"/>
                  </a:lnTo>
                  <a:cubicBezTo>
                    <a:pt x="2078730" y="215259"/>
                    <a:pt x="2086715" y="227762"/>
                    <a:pt x="2093941" y="240739"/>
                  </a:cubicBezTo>
                  <a:lnTo>
                    <a:pt x="985097" y="240739"/>
                  </a:lnTo>
                  <a:close/>
                  <a:moveTo>
                    <a:pt x="0" y="203834"/>
                  </a:moveTo>
                  <a:lnTo>
                    <a:pt x="877145" y="203834"/>
                  </a:lnTo>
                  <a:lnTo>
                    <a:pt x="877145" y="240739"/>
                  </a:lnTo>
                  <a:lnTo>
                    <a:pt x="0" y="240739"/>
                  </a:lnTo>
                  <a:close/>
                  <a:moveTo>
                    <a:pt x="3491565" y="203833"/>
                  </a:moveTo>
                  <a:lnTo>
                    <a:pt x="4473824" y="203833"/>
                  </a:lnTo>
                  <a:cubicBezTo>
                    <a:pt x="4482698" y="215677"/>
                    <a:pt x="4491028" y="228051"/>
                    <a:pt x="4499119" y="240738"/>
                  </a:cubicBezTo>
                  <a:lnTo>
                    <a:pt x="3466269" y="240738"/>
                  </a:lnTo>
                  <a:cubicBezTo>
                    <a:pt x="3474361" y="228051"/>
                    <a:pt x="3482694" y="215677"/>
                    <a:pt x="3491565" y="203833"/>
                  </a:cubicBezTo>
                  <a:close/>
                  <a:moveTo>
                    <a:pt x="10550205" y="96959"/>
                  </a:moveTo>
                  <a:lnTo>
                    <a:pt x="10671926" y="96959"/>
                  </a:lnTo>
                  <a:lnTo>
                    <a:pt x="11306110" y="96959"/>
                  </a:lnTo>
                  <a:lnTo>
                    <a:pt x="11306110" y="121993"/>
                  </a:lnTo>
                  <a:lnTo>
                    <a:pt x="10671926" y="121993"/>
                  </a:lnTo>
                  <a:lnTo>
                    <a:pt x="10531544" y="121993"/>
                  </a:lnTo>
                  <a:close/>
                  <a:moveTo>
                    <a:pt x="9781432" y="96753"/>
                  </a:moveTo>
                  <a:lnTo>
                    <a:pt x="10286039" y="96753"/>
                  </a:lnTo>
                  <a:lnTo>
                    <a:pt x="10286039" y="121735"/>
                  </a:lnTo>
                  <a:lnTo>
                    <a:pt x="9781432" y="121735"/>
                  </a:lnTo>
                  <a:close/>
                  <a:moveTo>
                    <a:pt x="8612890" y="96753"/>
                  </a:moveTo>
                  <a:lnTo>
                    <a:pt x="9668568" y="96753"/>
                  </a:lnTo>
                  <a:lnTo>
                    <a:pt x="9668568" y="121735"/>
                  </a:lnTo>
                  <a:lnTo>
                    <a:pt x="8612890" y="121735"/>
                  </a:lnTo>
                  <a:close/>
                  <a:moveTo>
                    <a:pt x="8042875" y="96753"/>
                  </a:moveTo>
                  <a:lnTo>
                    <a:pt x="8501703" y="96753"/>
                  </a:lnTo>
                  <a:lnTo>
                    <a:pt x="8501703" y="121735"/>
                  </a:lnTo>
                  <a:lnTo>
                    <a:pt x="8042875" y="121735"/>
                  </a:lnTo>
                  <a:close/>
                  <a:moveTo>
                    <a:pt x="7193139" y="96753"/>
                  </a:moveTo>
                  <a:lnTo>
                    <a:pt x="7712749" y="96753"/>
                  </a:lnTo>
                  <a:lnTo>
                    <a:pt x="7724312" y="121735"/>
                  </a:lnTo>
                  <a:lnTo>
                    <a:pt x="7193139" y="121735"/>
                  </a:lnTo>
                  <a:close/>
                  <a:moveTo>
                    <a:pt x="6188669" y="96753"/>
                  </a:moveTo>
                  <a:lnTo>
                    <a:pt x="7080275" y="96753"/>
                  </a:lnTo>
                  <a:lnTo>
                    <a:pt x="7080275" y="121735"/>
                  </a:lnTo>
                  <a:lnTo>
                    <a:pt x="6188669" y="121735"/>
                  </a:lnTo>
                  <a:close/>
                  <a:moveTo>
                    <a:pt x="5574793" y="96753"/>
                  </a:moveTo>
                  <a:lnTo>
                    <a:pt x="6073294" y="96753"/>
                  </a:lnTo>
                  <a:lnTo>
                    <a:pt x="6073294" y="121735"/>
                  </a:lnTo>
                  <a:lnTo>
                    <a:pt x="5574793" y="121735"/>
                  </a:lnTo>
                  <a:close/>
                  <a:moveTo>
                    <a:pt x="4792811" y="96753"/>
                  </a:moveTo>
                  <a:lnTo>
                    <a:pt x="5291307" y="96753"/>
                  </a:lnTo>
                  <a:lnTo>
                    <a:pt x="5291307" y="121735"/>
                  </a:lnTo>
                  <a:lnTo>
                    <a:pt x="4792811" y="121735"/>
                  </a:lnTo>
                  <a:close/>
                  <a:moveTo>
                    <a:pt x="2285298" y="96753"/>
                  </a:moveTo>
                  <a:lnTo>
                    <a:pt x="3183254" y="96753"/>
                  </a:lnTo>
                  <a:lnTo>
                    <a:pt x="3183254" y="121735"/>
                  </a:lnTo>
                  <a:lnTo>
                    <a:pt x="2285298" y="121735"/>
                  </a:lnTo>
                  <a:close/>
                  <a:moveTo>
                    <a:pt x="985097" y="96753"/>
                  </a:moveTo>
                  <a:lnTo>
                    <a:pt x="1978552" y="96753"/>
                  </a:lnTo>
                  <a:cubicBezTo>
                    <a:pt x="1987269" y="104388"/>
                    <a:pt x="1995490" y="112539"/>
                    <a:pt x="2002599" y="121735"/>
                  </a:cubicBezTo>
                  <a:lnTo>
                    <a:pt x="985097" y="121735"/>
                  </a:lnTo>
                  <a:close/>
                  <a:moveTo>
                    <a:pt x="0" y="96753"/>
                  </a:moveTo>
                  <a:lnTo>
                    <a:pt x="877145" y="96753"/>
                  </a:lnTo>
                  <a:lnTo>
                    <a:pt x="877145" y="121735"/>
                  </a:lnTo>
                  <a:lnTo>
                    <a:pt x="0" y="121735"/>
                  </a:lnTo>
                  <a:close/>
                  <a:moveTo>
                    <a:pt x="3581580" y="96752"/>
                  </a:moveTo>
                  <a:lnTo>
                    <a:pt x="4383809" y="96752"/>
                  </a:lnTo>
                  <a:cubicBezTo>
                    <a:pt x="4392080" y="104604"/>
                    <a:pt x="4400028" y="112884"/>
                    <a:pt x="4407456" y="121734"/>
                  </a:cubicBezTo>
                  <a:lnTo>
                    <a:pt x="3557933" y="121734"/>
                  </a:lnTo>
                  <a:cubicBezTo>
                    <a:pt x="3565365" y="112884"/>
                    <a:pt x="3573309" y="104604"/>
                    <a:pt x="3581580" y="96752"/>
                  </a:cubicBezTo>
                  <a:close/>
                  <a:moveTo>
                    <a:pt x="10683999" y="1"/>
                  </a:moveTo>
                  <a:lnTo>
                    <a:pt x="10743787" y="1"/>
                  </a:lnTo>
                  <a:cubicBezTo>
                    <a:pt x="10762889" y="1"/>
                    <a:pt x="10781796" y="856"/>
                    <a:pt x="10800434" y="2849"/>
                  </a:cubicBezTo>
                  <a:lnTo>
                    <a:pt x="10800434" y="1"/>
                  </a:lnTo>
                  <a:lnTo>
                    <a:pt x="11306110" y="1"/>
                  </a:lnTo>
                  <a:lnTo>
                    <a:pt x="11306110" y="14690"/>
                  </a:lnTo>
                  <a:lnTo>
                    <a:pt x="10671926" y="14690"/>
                  </a:lnTo>
                  <a:lnTo>
                    <a:pt x="10634292" y="14690"/>
                  </a:lnTo>
                  <a:cubicBezTo>
                    <a:pt x="10638035" y="10809"/>
                    <a:pt x="10642253" y="7500"/>
                    <a:pt x="10646512" y="4251"/>
                  </a:cubicBezTo>
                  <a:lnTo>
                    <a:pt x="10646512" y="2687"/>
                  </a:lnTo>
                  <a:lnTo>
                    <a:pt x="10671926" y="1221"/>
                  </a:lnTo>
                  <a:lnTo>
                    <a:pt x="10671926" y="697"/>
                  </a:lnTo>
                  <a:close/>
                  <a:moveTo>
                    <a:pt x="9781432" y="1"/>
                  </a:moveTo>
                  <a:lnTo>
                    <a:pt x="10286039" y="1"/>
                  </a:lnTo>
                  <a:lnTo>
                    <a:pt x="10286039" y="14659"/>
                  </a:lnTo>
                  <a:lnTo>
                    <a:pt x="9781432" y="14659"/>
                  </a:lnTo>
                  <a:close/>
                  <a:moveTo>
                    <a:pt x="8612890" y="1"/>
                  </a:moveTo>
                  <a:lnTo>
                    <a:pt x="9668568" y="1"/>
                  </a:lnTo>
                  <a:lnTo>
                    <a:pt x="9668568" y="14659"/>
                  </a:lnTo>
                  <a:lnTo>
                    <a:pt x="8612890" y="14659"/>
                  </a:lnTo>
                  <a:close/>
                  <a:moveTo>
                    <a:pt x="8042875" y="1"/>
                  </a:moveTo>
                  <a:lnTo>
                    <a:pt x="8501703" y="1"/>
                  </a:lnTo>
                  <a:lnTo>
                    <a:pt x="8501703" y="14659"/>
                  </a:lnTo>
                  <a:lnTo>
                    <a:pt x="8042875" y="14659"/>
                  </a:lnTo>
                  <a:close/>
                  <a:moveTo>
                    <a:pt x="7193139" y="1"/>
                  </a:moveTo>
                  <a:lnTo>
                    <a:pt x="7667970" y="1"/>
                  </a:lnTo>
                  <a:lnTo>
                    <a:pt x="7674758" y="14659"/>
                  </a:lnTo>
                  <a:lnTo>
                    <a:pt x="7193139" y="14659"/>
                  </a:lnTo>
                  <a:close/>
                  <a:moveTo>
                    <a:pt x="6188669" y="1"/>
                  </a:moveTo>
                  <a:lnTo>
                    <a:pt x="7080275" y="1"/>
                  </a:lnTo>
                  <a:lnTo>
                    <a:pt x="7080275" y="14659"/>
                  </a:lnTo>
                  <a:lnTo>
                    <a:pt x="6188669" y="14659"/>
                  </a:lnTo>
                  <a:close/>
                  <a:moveTo>
                    <a:pt x="5574793" y="1"/>
                  </a:moveTo>
                  <a:lnTo>
                    <a:pt x="6073294" y="1"/>
                  </a:lnTo>
                  <a:lnTo>
                    <a:pt x="6073294" y="14659"/>
                  </a:lnTo>
                  <a:lnTo>
                    <a:pt x="5574793" y="14659"/>
                  </a:lnTo>
                  <a:close/>
                  <a:moveTo>
                    <a:pt x="4792811" y="1"/>
                  </a:moveTo>
                  <a:lnTo>
                    <a:pt x="5291307" y="1"/>
                  </a:lnTo>
                  <a:lnTo>
                    <a:pt x="5291307" y="14659"/>
                  </a:lnTo>
                  <a:lnTo>
                    <a:pt x="4792811" y="14659"/>
                  </a:lnTo>
                  <a:close/>
                  <a:moveTo>
                    <a:pt x="2285298" y="1"/>
                  </a:moveTo>
                  <a:lnTo>
                    <a:pt x="3183254" y="1"/>
                  </a:lnTo>
                  <a:lnTo>
                    <a:pt x="3183254" y="14659"/>
                  </a:lnTo>
                  <a:lnTo>
                    <a:pt x="2285298" y="14659"/>
                  </a:lnTo>
                  <a:close/>
                  <a:moveTo>
                    <a:pt x="985097" y="1"/>
                  </a:moveTo>
                  <a:lnTo>
                    <a:pt x="1846470" y="1"/>
                  </a:lnTo>
                  <a:lnTo>
                    <a:pt x="1869376" y="14659"/>
                  </a:lnTo>
                  <a:lnTo>
                    <a:pt x="985097" y="14659"/>
                  </a:lnTo>
                  <a:close/>
                  <a:moveTo>
                    <a:pt x="0" y="1"/>
                  </a:moveTo>
                  <a:lnTo>
                    <a:pt x="877145" y="1"/>
                  </a:lnTo>
                  <a:lnTo>
                    <a:pt x="877145" y="14659"/>
                  </a:lnTo>
                  <a:lnTo>
                    <a:pt x="0" y="14659"/>
                  </a:lnTo>
                  <a:close/>
                  <a:moveTo>
                    <a:pt x="3702830" y="0"/>
                  </a:moveTo>
                  <a:lnTo>
                    <a:pt x="4262563" y="0"/>
                  </a:lnTo>
                  <a:lnTo>
                    <a:pt x="4284257" y="14658"/>
                  </a:lnTo>
                  <a:lnTo>
                    <a:pt x="3681132" y="14658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t" anchorCtr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chemeClr val="accent4"/>
                </a:solidFill>
              </a:endParaRPr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CD5B83DC-3FC4-4638-8B28-938E68AAD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619" y="3804790"/>
            <a:ext cx="6621358" cy="46867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en-GB" sz="2000" noProof="0" dirty="0">
                <a:solidFill>
                  <a:schemeClr val="tx1"/>
                </a:solidFill>
              </a:defRPr>
            </a:lvl1pPr>
          </a:lstStyle>
          <a:p>
            <a:pPr marL="0" lvl="0" latinLnBrk="0">
              <a:lnSpc>
                <a:spcPct val="90000"/>
              </a:lnSpc>
            </a:pPr>
            <a:r>
              <a:rPr lang="en-GB" noProof="0" dirty="0"/>
              <a:t>Title</a:t>
            </a:r>
          </a:p>
        </p:txBody>
      </p: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8649864A-B49D-45BB-917C-2AEE1A01661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833641" y="4340320"/>
            <a:ext cx="6626049" cy="330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en-GB" sz="1400" b="0" noProof="0" dirty="0">
                <a:solidFill>
                  <a:schemeClr val="tx2"/>
                </a:solidFill>
                <a:cs typeface="Arial"/>
              </a:defRPr>
            </a:lvl1pPr>
          </a:lstStyle>
          <a:p>
            <a:pPr marL="179388" lvl="0" indent="-179388">
              <a:spcAft>
                <a:spcPct val="0"/>
              </a:spcAft>
            </a:pPr>
            <a:r>
              <a:rPr lang="en-GB" noProof="0"/>
              <a:t>Sub-title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21CE3D-143B-F2BB-DFDC-C038B4F55E19}"/>
              </a:ext>
            </a:extLst>
          </p:cNvPr>
          <p:cNvSpPr>
            <a:spLocks noChangeAspect="1"/>
          </p:cNvSpPr>
          <p:nvPr userDrawn="1"/>
        </p:nvSpPr>
        <p:spPr>
          <a:xfrm>
            <a:off x="430809" y="3241938"/>
            <a:ext cx="972000" cy="486000"/>
          </a:xfrm>
          <a:custGeom>
            <a:avLst/>
            <a:gdLst>
              <a:gd name="connsiteX0" fmla="*/ 0 w 972000"/>
              <a:gd name="connsiteY0" fmla="*/ 0 h 486000"/>
              <a:gd name="connsiteX1" fmla="*/ 972000 w 972000"/>
              <a:gd name="connsiteY1" fmla="*/ 0 h 486000"/>
              <a:gd name="connsiteX2" fmla="*/ 972000 w 972000"/>
              <a:gd name="connsiteY2" fmla="*/ 486000 h 486000"/>
              <a:gd name="connsiteX3" fmla="*/ 0 w 972000"/>
              <a:gd name="connsiteY3" fmla="*/ 486000 h 486000"/>
              <a:gd name="connsiteX0" fmla="*/ 0 w 972000"/>
              <a:gd name="connsiteY0" fmla="*/ 0 h 593957"/>
              <a:gd name="connsiteX1" fmla="*/ 972000 w 972000"/>
              <a:gd name="connsiteY1" fmla="*/ 0 h 593957"/>
              <a:gd name="connsiteX2" fmla="*/ 972000 w 972000"/>
              <a:gd name="connsiteY2" fmla="*/ 486000 h 593957"/>
              <a:gd name="connsiteX3" fmla="*/ 293091 w 972000"/>
              <a:gd name="connsiteY3" fmla="*/ 593950 h 593957"/>
              <a:gd name="connsiteX4" fmla="*/ 0 w 972000"/>
              <a:gd name="connsiteY4" fmla="*/ 486000 h 593957"/>
              <a:gd name="connsiteX5" fmla="*/ 0 w 972000"/>
              <a:gd name="connsiteY5" fmla="*/ 0 h 593957"/>
              <a:gd name="connsiteX0" fmla="*/ 0 w 972000"/>
              <a:gd name="connsiteY0" fmla="*/ 0 h 621607"/>
              <a:gd name="connsiteX1" fmla="*/ 972000 w 972000"/>
              <a:gd name="connsiteY1" fmla="*/ 0 h 621607"/>
              <a:gd name="connsiteX2" fmla="*/ 972000 w 972000"/>
              <a:gd name="connsiteY2" fmla="*/ 486000 h 621607"/>
              <a:gd name="connsiteX3" fmla="*/ 683616 w 972000"/>
              <a:gd name="connsiteY3" fmla="*/ 616175 h 621607"/>
              <a:gd name="connsiteX4" fmla="*/ 293091 w 972000"/>
              <a:gd name="connsiteY4" fmla="*/ 593950 h 621607"/>
              <a:gd name="connsiteX5" fmla="*/ 0 w 972000"/>
              <a:gd name="connsiteY5" fmla="*/ 486000 h 621607"/>
              <a:gd name="connsiteX6" fmla="*/ 0 w 972000"/>
              <a:gd name="connsiteY6" fmla="*/ 0 h 621607"/>
              <a:gd name="connsiteX0" fmla="*/ 293091 w 972000"/>
              <a:gd name="connsiteY0" fmla="*/ 593950 h 707615"/>
              <a:gd name="connsiteX1" fmla="*/ 0 w 972000"/>
              <a:gd name="connsiteY1" fmla="*/ 486000 h 707615"/>
              <a:gd name="connsiteX2" fmla="*/ 0 w 972000"/>
              <a:gd name="connsiteY2" fmla="*/ 0 h 707615"/>
              <a:gd name="connsiteX3" fmla="*/ 972000 w 972000"/>
              <a:gd name="connsiteY3" fmla="*/ 0 h 707615"/>
              <a:gd name="connsiteX4" fmla="*/ 972000 w 972000"/>
              <a:gd name="connsiteY4" fmla="*/ 486000 h 707615"/>
              <a:gd name="connsiteX5" fmla="*/ 775056 w 972000"/>
              <a:gd name="connsiteY5" fmla="*/ 707615 h 707615"/>
              <a:gd name="connsiteX0" fmla="*/ 293091 w 972000"/>
              <a:gd name="connsiteY0" fmla="*/ 593950 h 593950"/>
              <a:gd name="connsiteX1" fmla="*/ 0 w 972000"/>
              <a:gd name="connsiteY1" fmla="*/ 486000 h 593950"/>
              <a:gd name="connsiteX2" fmla="*/ 0 w 972000"/>
              <a:gd name="connsiteY2" fmla="*/ 0 h 593950"/>
              <a:gd name="connsiteX3" fmla="*/ 972000 w 972000"/>
              <a:gd name="connsiteY3" fmla="*/ 0 h 593950"/>
              <a:gd name="connsiteX4" fmla="*/ 972000 w 972000"/>
              <a:gd name="connsiteY4" fmla="*/ 486000 h 593950"/>
              <a:gd name="connsiteX0" fmla="*/ 0 w 972000"/>
              <a:gd name="connsiteY0" fmla="*/ 486000 h 486000"/>
              <a:gd name="connsiteX1" fmla="*/ 0 w 972000"/>
              <a:gd name="connsiteY1" fmla="*/ 0 h 486000"/>
              <a:gd name="connsiteX2" fmla="*/ 972000 w 972000"/>
              <a:gd name="connsiteY2" fmla="*/ 0 h 486000"/>
              <a:gd name="connsiteX3" fmla="*/ 972000 w 972000"/>
              <a:gd name="connsiteY3" fmla="*/ 486000 h 4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000" h="486000">
                <a:moveTo>
                  <a:pt x="0" y="486000"/>
                </a:moveTo>
                <a:lnTo>
                  <a:pt x="0" y="0"/>
                </a:lnTo>
                <a:lnTo>
                  <a:pt x="972000" y="0"/>
                </a:lnTo>
                <a:lnTo>
                  <a:pt x="972000" y="486000"/>
                </a:lnTo>
              </a:path>
            </a:pathLst>
          </a:custGeom>
          <a:solidFill>
            <a:schemeClr val="bg1">
              <a:alpha val="0"/>
            </a:schemeClr>
          </a:solidFill>
          <a:ln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26492C-6880-BC7E-B24A-32DC93FA4AB7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430809" y="3727938"/>
            <a:ext cx="972000" cy="486000"/>
          </a:xfrm>
          <a:custGeom>
            <a:avLst/>
            <a:gdLst>
              <a:gd name="connsiteX0" fmla="*/ 0 w 972000"/>
              <a:gd name="connsiteY0" fmla="*/ 0 h 486000"/>
              <a:gd name="connsiteX1" fmla="*/ 972000 w 972000"/>
              <a:gd name="connsiteY1" fmla="*/ 0 h 486000"/>
              <a:gd name="connsiteX2" fmla="*/ 972000 w 972000"/>
              <a:gd name="connsiteY2" fmla="*/ 486000 h 486000"/>
              <a:gd name="connsiteX3" fmla="*/ 0 w 972000"/>
              <a:gd name="connsiteY3" fmla="*/ 486000 h 486000"/>
              <a:gd name="connsiteX0" fmla="*/ 0 w 972000"/>
              <a:gd name="connsiteY0" fmla="*/ 0 h 593957"/>
              <a:gd name="connsiteX1" fmla="*/ 972000 w 972000"/>
              <a:gd name="connsiteY1" fmla="*/ 0 h 593957"/>
              <a:gd name="connsiteX2" fmla="*/ 972000 w 972000"/>
              <a:gd name="connsiteY2" fmla="*/ 486000 h 593957"/>
              <a:gd name="connsiteX3" fmla="*/ 293091 w 972000"/>
              <a:gd name="connsiteY3" fmla="*/ 593950 h 593957"/>
              <a:gd name="connsiteX4" fmla="*/ 0 w 972000"/>
              <a:gd name="connsiteY4" fmla="*/ 486000 h 593957"/>
              <a:gd name="connsiteX5" fmla="*/ 0 w 972000"/>
              <a:gd name="connsiteY5" fmla="*/ 0 h 593957"/>
              <a:gd name="connsiteX0" fmla="*/ 0 w 972000"/>
              <a:gd name="connsiteY0" fmla="*/ 0 h 621607"/>
              <a:gd name="connsiteX1" fmla="*/ 972000 w 972000"/>
              <a:gd name="connsiteY1" fmla="*/ 0 h 621607"/>
              <a:gd name="connsiteX2" fmla="*/ 972000 w 972000"/>
              <a:gd name="connsiteY2" fmla="*/ 486000 h 621607"/>
              <a:gd name="connsiteX3" fmla="*/ 683616 w 972000"/>
              <a:gd name="connsiteY3" fmla="*/ 616175 h 621607"/>
              <a:gd name="connsiteX4" fmla="*/ 293091 w 972000"/>
              <a:gd name="connsiteY4" fmla="*/ 593950 h 621607"/>
              <a:gd name="connsiteX5" fmla="*/ 0 w 972000"/>
              <a:gd name="connsiteY5" fmla="*/ 486000 h 621607"/>
              <a:gd name="connsiteX6" fmla="*/ 0 w 972000"/>
              <a:gd name="connsiteY6" fmla="*/ 0 h 621607"/>
              <a:gd name="connsiteX0" fmla="*/ 293091 w 972000"/>
              <a:gd name="connsiteY0" fmla="*/ 593950 h 707615"/>
              <a:gd name="connsiteX1" fmla="*/ 0 w 972000"/>
              <a:gd name="connsiteY1" fmla="*/ 486000 h 707615"/>
              <a:gd name="connsiteX2" fmla="*/ 0 w 972000"/>
              <a:gd name="connsiteY2" fmla="*/ 0 h 707615"/>
              <a:gd name="connsiteX3" fmla="*/ 972000 w 972000"/>
              <a:gd name="connsiteY3" fmla="*/ 0 h 707615"/>
              <a:gd name="connsiteX4" fmla="*/ 972000 w 972000"/>
              <a:gd name="connsiteY4" fmla="*/ 486000 h 707615"/>
              <a:gd name="connsiteX5" fmla="*/ 775056 w 972000"/>
              <a:gd name="connsiteY5" fmla="*/ 707615 h 707615"/>
              <a:gd name="connsiteX0" fmla="*/ 293091 w 972000"/>
              <a:gd name="connsiteY0" fmla="*/ 593950 h 593950"/>
              <a:gd name="connsiteX1" fmla="*/ 0 w 972000"/>
              <a:gd name="connsiteY1" fmla="*/ 486000 h 593950"/>
              <a:gd name="connsiteX2" fmla="*/ 0 w 972000"/>
              <a:gd name="connsiteY2" fmla="*/ 0 h 593950"/>
              <a:gd name="connsiteX3" fmla="*/ 972000 w 972000"/>
              <a:gd name="connsiteY3" fmla="*/ 0 h 593950"/>
              <a:gd name="connsiteX4" fmla="*/ 972000 w 972000"/>
              <a:gd name="connsiteY4" fmla="*/ 486000 h 593950"/>
              <a:gd name="connsiteX0" fmla="*/ 0 w 972000"/>
              <a:gd name="connsiteY0" fmla="*/ 486000 h 486000"/>
              <a:gd name="connsiteX1" fmla="*/ 0 w 972000"/>
              <a:gd name="connsiteY1" fmla="*/ 0 h 486000"/>
              <a:gd name="connsiteX2" fmla="*/ 972000 w 972000"/>
              <a:gd name="connsiteY2" fmla="*/ 0 h 486000"/>
              <a:gd name="connsiteX3" fmla="*/ 972000 w 972000"/>
              <a:gd name="connsiteY3" fmla="*/ 486000 h 4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000" h="486000">
                <a:moveTo>
                  <a:pt x="0" y="486000"/>
                </a:moveTo>
                <a:lnTo>
                  <a:pt x="0" y="0"/>
                </a:lnTo>
                <a:lnTo>
                  <a:pt x="972000" y="0"/>
                </a:lnTo>
                <a:lnTo>
                  <a:pt x="972000" y="486000"/>
                </a:lnTo>
              </a:path>
            </a:pathLst>
          </a:custGeom>
          <a:noFill/>
          <a:ln>
            <a:solidFill>
              <a:srgbClr val="6788B3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9365D-9C25-52DE-08EF-F23D0814056A}"/>
              </a:ext>
            </a:extLst>
          </p:cNvPr>
          <p:cNvSpPr txBox="1"/>
          <p:nvPr userDrawn="1"/>
        </p:nvSpPr>
        <p:spPr>
          <a:xfrm>
            <a:off x="430809" y="3250433"/>
            <a:ext cx="972000" cy="283792"/>
          </a:xfrm>
          <a:prstGeom prst="rect">
            <a:avLst/>
          </a:prstGeom>
          <a:noFill/>
        </p:spPr>
        <p:txBody>
          <a:bodyPr wrap="square" lIns="72000" tIns="36000" r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xxx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Rechteck 10">
            <a:extLst>
              <a:ext uri="{FF2B5EF4-FFF2-40B4-BE49-F238E27FC236}">
                <a16:creationId xmlns:a16="http://schemas.microsoft.com/office/drawing/2014/main" id="{19CCAAF8-65DF-3E57-D06C-1987B2052BB0}"/>
              </a:ext>
            </a:extLst>
          </p:cNvPr>
          <p:cNvSpPr/>
          <p:nvPr userDrawn="1"/>
        </p:nvSpPr>
        <p:spPr>
          <a:xfrm>
            <a:off x="4463988" y="1779662"/>
            <a:ext cx="4680012" cy="1584176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en-GB" sz="1400" b="1" i="1" dirty="0">
                <a:solidFill>
                  <a:schemeClr val="accent6"/>
                </a:solidFill>
              </a:rPr>
              <a:t>Special topic picture</a:t>
            </a:r>
            <a:br>
              <a:rPr lang="en-GB" sz="1400" b="1" i="1" dirty="0">
                <a:solidFill>
                  <a:schemeClr val="accent6"/>
                </a:solidFill>
              </a:rPr>
            </a:br>
            <a:endParaRPr lang="en-GB" sz="1400" b="1" i="1" dirty="0">
              <a:solidFill>
                <a:schemeClr val="accent6"/>
              </a:solidFill>
            </a:endParaRPr>
          </a:p>
          <a:p>
            <a:pPr marL="179388" lvl="0" indent="-179388" algn="l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400" b="0" i="1" dirty="0">
                <a:solidFill>
                  <a:schemeClr val="bg2"/>
                </a:solidFill>
              </a:rPr>
              <a:t>Select this box and use “Format Shape - Fill – Picture” </a:t>
            </a:r>
          </a:p>
          <a:p>
            <a:pPr marL="179388" lvl="0" indent="-179388" algn="l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400" b="0" i="1" dirty="0">
                <a:solidFill>
                  <a:schemeClr val="bg2"/>
                </a:solidFill>
              </a:rPr>
              <a:t>Adjust proportion and position of the picture “Picture Tools Menu </a:t>
            </a:r>
            <a:r>
              <a:rPr lang="en-GB" sz="1400" b="0" i="1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n-GB" sz="1400" b="0" i="1" dirty="0">
                <a:solidFill>
                  <a:schemeClr val="bg2"/>
                </a:solidFill>
              </a:rPr>
              <a:t> Crop (at the very right)”</a:t>
            </a:r>
          </a:p>
          <a:p>
            <a:pPr marL="179388" lvl="0" indent="-179388" algn="l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400" b="0" i="1" dirty="0">
                <a:solidFill>
                  <a:schemeClr val="bg2"/>
                </a:solidFill>
              </a:rPr>
              <a:t>Delete this text box</a:t>
            </a:r>
          </a:p>
        </p:txBody>
      </p:sp>
    </p:spTree>
    <p:extLst>
      <p:ext uri="{BB962C8B-B14F-4D97-AF65-F5344CB8AC3E}">
        <p14:creationId xmlns:p14="http://schemas.microsoft.com/office/powerpoint/2010/main" val="37020032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(standar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Rechteck 58">
            <a:extLst>
              <a:ext uri="{FF2B5EF4-FFF2-40B4-BE49-F238E27FC236}">
                <a16:creationId xmlns:a16="http://schemas.microsoft.com/office/drawing/2014/main" id="{A7A40347-7FF1-4F65-B320-EBCB70325793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2410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3" orient="horz" pos="16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noProof="0" dirty="0"/>
              <a:t>Sub-title</a:t>
            </a:r>
          </a:p>
        </p:txBody>
      </p:sp>
      <p:sp>
        <p:nvSpPr>
          <p:cNvPr id="4" name="Rechteck 58">
            <a:extLst>
              <a:ext uri="{FF2B5EF4-FFF2-40B4-BE49-F238E27FC236}">
                <a16:creationId xmlns:a16="http://schemas.microsoft.com/office/drawing/2014/main" id="{137A79D5-63A1-4344-8390-4DC702C40C5B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7280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Categ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123478"/>
            <a:ext cx="4140201" cy="14652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100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en-GB" noProof="0" dirty="0"/>
              <a:t>Section / overarching theme</a:t>
            </a:r>
          </a:p>
        </p:txBody>
      </p:sp>
      <p:sp>
        <p:nvSpPr>
          <p:cNvPr id="4" name="Rechteck 58">
            <a:extLst>
              <a:ext uri="{FF2B5EF4-FFF2-40B4-BE49-F238E27FC236}">
                <a16:creationId xmlns:a16="http://schemas.microsoft.com/office/drawing/2014/main" id="{137A79D5-63A1-4344-8390-4DC702C40C5B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057725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Inhaltsplatzhalter 3"/>
          <p:cNvSpPr>
            <a:spLocks noGrp="1"/>
          </p:cNvSpPr>
          <p:nvPr>
            <p:ph sz="quarter" idx="15"/>
          </p:nvPr>
        </p:nvSpPr>
        <p:spPr>
          <a:xfrm>
            <a:off x="432000" y="756001"/>
            <a:ext cx="8280400" cy="387679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buSzPct val="80000"/>
              <a:buFont typeface="Courier New" panose="02070309020205020404" pitchFamily="49" charset="0"/>
              <a:buChar char="o"/>
              <a:defRPr lang="de-DE" sz="1400" smtClean="0"/>
            </a:lvl2pPr>
            <a:lvl3pPr>
              <a:defRPr lang="de-DE" sz="1400" smtClean="0"/>
            </a:lvl3pPr>
            <a:lvl4pPr marL="893741" indent="-209545">
              <a:buFont typeface="Wingdings" panose="05000000000000000000" pitchFamily="2" charset="2"/>
              <a:buChar char="§"/>
              <a:defRPr lang="de-DE" sz="1200" smtClean="0"/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Rechteck 58">
            <a:extLst>
              <a:ext uri="{FF2B5EF4-FFF2-40B4-BE49-F238E27FC236}">
                <a16:creationId xmlns:a16="http://schemas.microsoft.com/office/drawing/2014/main" id="{5ED19F5F-8A69-421B-9F60-4B528D2394AC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49921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+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dirty="0"/>
              <a:t>Sub-title</a:t>
            </a:r>
          </a:p>
        </p:txBody>
      </p:sp>
      <p:sp>
        <p:nvSpPr>
          <p:cNvPr id="5" name="Inhaltsplatzhalter 3"/>
          <p:cNvSpPr>
            <a:spLocks noGrp="1"/>
          </p:cNvSpPr>
          <p:nvPr>
            <p:ph sz="quarter" idx="16"/>
          </p:nvPr>
        </p:nvSpPr>
        <p:spPr>
          <a:xfrm>
            <a:off x="432000" y="936000"/>
            <a:ext cx="8280400" cy="3672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buSzPct val="80000"/>
              <a:buFont typeface="Courier New" panose="02070309020205020404" pitchFamily="49" charset="0"/>
              <a:buChar char="o"/>
              <a:defRPr lang="de-DE" sz="1400" smtClean="0"/>
            </a:lvl2pPr>
            <a:lvl3pPr>
              <a:defRPr lang="de-DE" sz="1400" smtClean="0"/>
            </a:lvl3pPr>
            <a:lvl4pPr marL="893741" indent="-209545">
              <a:buFont typeface="Wingdings" panose="05000000000000000000" pitchFamily="2" charset="2"/>
              <a:buChar char="§"/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Rechteck 58">
            <a:extLst>
              <a:ext uri="{FF2B5EF4-FFF2-40B4-BE49-F238E27FC236}">
                <a16:creationId xmlns:a16="http://schemas.microsoft.com/office/drawing/2014/main" id="{60F4CB83-044E-4ED4-BA3C-C40B395D5EE4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5777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+ 50: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noProof="0" dirty="0"/>
              <a:t>Sub-title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4608515" y="936000"/>
            <a:ext cx="4103687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Inhaltsplatzhalter 3"/>
          <p:cNvSpPr>
            <a:spLocks noGrp="1"/>
          </p:cNvSpPr>
          <p:nvPr>
            <p:ph sz="quarter" idx="16"/>
          </p:nvPr>
        </p:nvSpPr>
        <p:spPr>
          <a:xfrm>
            <a:off x="431803" y="936000"/>
            <a:ext cx="4103687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Rechteck 58">
            <a:extLst>
              <a:ext uri="{FF2B5EF4-FFF2-40B4-BE49-F238E27FC236}">
                <a16:creationId xmlns:a16="http://schemas.microsoft.com/office/drawing/2014/main" id="{78C4CE3A-014D-4A58-ABA0-60D88AE455FD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323525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+ 33: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1"/>
            <a:ext cx="8280000" cy="28978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dirty="0"/>
              <a:t>Sub-title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3276460" y="936000"/>
            <a:ext cx="5436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Inhaltsplatzhalter 3"/>
          <p:cNvSpPr>
            <a:spLocks noGrp="1"/>
          </p:cNvSpPr>
          <p:nvPr>
            <p:ph sz="quarter" idx="16"/>
          </p:nvPr>
        </p:nvSpPr>
        <p:spPr>
          <a:xfrm>
            <a:off x="431801" y="936000"/>
            <a:ext cx="2736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Rechteck 58">
            <a:extLst>
              <a:ext uri="{FF2B5EF4-FFF2-40B4-BE49-F238E27FC236}">
                <a16:creationId xmlns:a16="http://schemas.microsoft.com/office/drawing/2014/main" id="{8CA0ABDF-33D9-4CD5-9955-EAC71F045802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8913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+ 67: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dirty="0"/>
              <a:t>Sub-title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431540" y="936000"/>
            <a:ext cx="5436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Inhaltsplatzhalter 3"/>
          <p:cNvSpPr>
            <a:spLocks noGrp="1"/>
          </p:cNvSpPr>
          <p:nvPr>
            <p:ph sz="quarter" idx="16"/>
          </p:nvPr>
        </p:nvSpPr>
        <p:spPr>
          <a:xfrm>
            <a:off x="5975852" y="936000"/>
            <a:ext cx="2736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Rechteck 58">
            <a:extLst>
              <a:ext uri="{FF2B5EF4-FFF2-40B4-BE49-F238E27FC236}">
                <a16:creationId xmlns:a16="http://schemas.microsoft.com/office/drawing/2014/main" id="{B3C18631-B583-42F2-9181-C9316B26938A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172782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line + 33:33: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</p:spPr>
        <p:txBody>
          <a:bodyPr/>
          <a:lstStyle/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576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43" indent="-285743">
              <a:buFont typeface="Arial" panose="020B0604020202020204" pitchFamily="34" charset="0"/>
              <a:buNone/>
              <a:defRPr lang="en-GB" sz="15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/>
            <a:r>
              <a:rPr lang="en-GB" dirty="0"/>
              <a:t>Sub-title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431540" y="936000"/>
            <a:ext cx="2664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Inhaltsplatzhalter 3"/>
          <p:cNvSpPr>
            <a:spLocks noGrp="1"/>
          </p:cNvSpPr>
          <p:nvPr>
            <p:ph sz="quarter" idx="16"/>
          </p:nvPr>
        </p:nvSpPr>
        <p:spPr>
          <a:xfrm>
            <a:off x="6048000" y="936000"/>
            <a:ext cx="2664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Inhaltsplatzhalter 3"/>
          <p:cNvSpPr>
            <a:spLocks noGrp="1"/>
          </p:cNvSpPr>
          <p:nvPr>
            <p:ph sz="quarter" idx="17"/>
          </p:nvPr>
        </p:nvSpPr>
        <p:spPr>
          <a:xfrm>
            <a:off x="3240000" y="936000"/>
            <a:ext cx="2664000" cy="369629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1600" smtClean="0"/>
            </a:lvl1pPr>
            <a:lvl2pPr marL="458777" indent="-228594">
              <a:defRPr lang="en-GB" sz="14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>
              <a:defRPr lang="de-DE" sz="1400" smtClean="0"/>
            </a:lvl3pPr>
            <a:lvl4pPr marL="893741" indent="-209545">
              <a:defRPr lang="en-GB" sz="1200" kern="1200" noProof="0" dirty="0" smtClean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>
              <a:defRPr lang="en-GB"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Rechteck 58">
            <a:extLst>
              <a:ext uri="{FF2B5EF4-FFF2-40B4-BE49-F238E27FC236}">
                <a16:creationId xmlns:a16="http://schemas.microsoft.com/office/drawing/2014/main" id="{683F5A87-1CA6-48DC-8B6C-21474FCB79CD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147093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/>
            </a:lvl1pPr>
          </a:lstStyle>
          <a:p>
            <a:pPr lvl="0"/>
            <a:r>
              <a:rPr lang="en-GB" dirty="0"/>
              <a:t>Customer + project title</a:t>
            </a:r>
            <a:endParaRPr lang="en-GB" noProof="0" dirty="0"/>
          </a:p>
        </p:txBody>
      </p:sp>
      <p:sp>
        <p:nvSpPr>
          <p:cNvPr id="3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32000" y="576001"/>
            <a:ext cx="8280000" cy="301625"/>
          </a:xfrm>
        </p:spPr>
        <p:txBody>
          <a:bodyPr/>
          <a:lstStyle>
            <a:lvl1pPr marL="0" indent="0">
              <a:buFont typeface="Arial"/>
              <a:buNone/>
              <a:defRPr sz="1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Challenge</a:t>
            </a:r>
            <a:endParaRPr lang="en-GB" noProof="0" dirty="0"/>
          </a:p>
        </p:txBody>
      </p:sp>
      <p:sp>
        <p:nvSpPr>
          <p:cNvPr id="4" name="Rectangle 11"/>
          <p:cNvSpPr/>
          <p:nvPr userDrawn="1"/>
        </p:nvSpPr>
        <p:spPr>
          <a:xfrm>
            <a:off x="430697" y="3875946"/>
            <a:ext cx="8317029" cy="761192"/>
          </a:xfrm>
          <a:prstGeom prst="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/>
          <a:lstStyle/>
          <a:p>
            <a:pPr algn="r">
              <a:defRPr/>
            </a:pPr>
            <a:endParaRPr lang="en-US" sz="800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cxnSp>
        <p:nvCxnSpPr>
          <p:cNvPr id="5" name="Straight Connector 25"/>
          <p:cNvCxnSpPr/>
          <p:nvPr userDrawn="1"/>
        </p:nvCxnSpPr>
        <p:spPr>
          <a:xfrm>
            <a:off x="430696" y="3875945"/>
            <a:ext cx="8316000" cy="0"/>
          </a:xfrm>
          <a:prstGeom prst="line">
            <a:avLst/>
          </a:prstGeom>
          <a:ln w="19050" cmpd="sng">
            <a:gradFill flip="none" rotWithShape="1">
              <a:gsLst>
                <a:gs pos="28000">
                  <a:schemeClr val="tx1"/>
                </a:gs>
                <a:gs pos="83000">
                  <a:schemeClr val="accent3"/>
                </a:gs>
              </a:gsLst>
              <a:lin ang="1890000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/>
          <p:cNvGrpSpPr/>
          <p:nvPr userDrawn="1"/>
        </p:nvGrpSpPr>
        <p:grpSpPr>
          <a:xfrm>
            <a:off x="431541" y="4063909"/>
            <a:ext cx="241880" cy="257088"/>
            <a:chOff x="-1368660" y="2136785"/>
            <a:chExt cx="421900" cy="1238990"/>
          </a:xfrm>
          <a:gradFill>
            <a:gsLst>
              <a:gs pos="0">
                <a:schemeClr val="tx1"/>
              </a:gs>
              <a:gs pos="100000">
                <a:schemeClr val="accent3"/>
              </a:gs>
            </a:gsLst>
            <a:lin ang="18900000" scaled="1"/>
          </a:gradFill>
        </p:grpSpPr>
        <p:sp>
          <p:nvSpPr>
            <p:cNvPr id="7" name="Eingekerbter Richtungspfeil 23"/>
            <p:cNvSpPr/>
            <p:nvPr/>
          </p:nvSpPr>
          <p:spPr>
            <a:xfrm>
              <a:off x="-1368660" y="2136785"/>
              <a:ext cx="241880" cy="1238990"/>
            </a:xfrm>
            <a:prstGeom prst="chevron">
              <a:avLst>
                <a:gd name="adj" fmla="val 71143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8" name="Eingekerbter Richtungspfeil 24"/>
            <p:cNvSpPr/>
            <p:nvPr/>
          </p:nvSpPr>
          <p:spPr>
            <a:xfrm>
              <a:off x="-1188640" y="2136785"/>
              <a:ext cx="241880" cy="1238990"/>
            </a:xfrm>
            <a:prstGeom prst="chevron">
              <a:avLst>
                <a:gd name="adj" fmla="val 71143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2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55576" y="4037653"/>
            <a:ext cx="7970736" cy="59948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Quote or outlook</a:t>
            </a:r>
          </a:p>
        </p:txBody>
      </p:sp>
      <p:sp>
        <p:nvSpPr>
          <p:cNvPr id="10" name="Rechteck 58">
            <a:extLst>
              <a:ext uri="{FF2B5EF4-FFF2-40B4-BE49-F238E27FC236}">
                <a16:creationId xmlns:a16="http://schemas.microsoft.com/office/drawing/2014/main" id="{307EFF41-13DF-47B7-8478-AC067090DEF9}"/>
              </a:ext>
            </a:extLst>
          </p:cNvPr>
          <p:cNvSpPr/>
          <p:nvPr userDrawn="1"/>
        </p:nvSpPr>
        <p:spPr>
          <a:xfrm>
            <a:off x="0" y="0"/>
            <a:ext cx="144000" cy="51437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/>
            <a:endParaRPr lang="en-GB" sz="1800" noProof="0" dirty="0">
              <a:solidFill>
                <a:srgbClr val="F0A5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519634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wor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03094B9-872F-F07E-248C-D1441F5721A8}"/>
              </a:ext>
            </a:extLst>
          </p:cNvPr>
          <p:cNvGrpSpPr/>
          <p:nvPr userDrawn="1"/>
        </p:nvGrpSpPr>
        <p:grpSpPr>
          <a:xfrm>
            <a:off x="0" y="0"/>
            <a:ext cx="2267744" cy="5143499"/>
            <a:chOff x="0" y="0"/>
            <a:chExt cx="2267744" cy="51434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1BCA90A-C11C-C78E-8A38-9EA08A99CA66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3826518"/>
              <a:ext cx="2267744" cy="1316981"/>
            </a:xfrm>
            <a:prstGeom prst="rect">
              <a:avLst/>
            </a:prstGeom>
            <a:blipFill>
              <a:blip r:embed="rId2"/>
              <a:srcRect/>
              <a:stretch>
                <a:fillRect l="-22358" t="-10692" r="8757" b="-84920"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t" anchorCtr="0">
              <a:noAutofit/>
            </a:bodyPr>
            <a:lstStyle/>
            <a:p>
              <a:pPr algn="ctr" defTabSz="457200"/>
              <a:endParaRPr lang="en-GB" sz="1800" noProof="0">
                <a:solidFill>
                  <a:srgbClr val="F78F1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EBB491-E457-491B-0B39-5541A8AC88F1}"/>
                </a:ext>
              </a:extLst>
            </p:cNvPr>
            <p:cNvSpPr/>
            <p:nvPr userDrawn="1"/>
          </p:nvSpPr>
          <p:spPr>
            <a:xfrm>
              <a:off x="0" y="0"/>
              <a:ext cx="1871700" cy="3826518"/>
            </a:xfrm>
            <a:prstGeom prst="rect">
              <a:avLst/>
            </a:prstGeom>
            <a:gradFill flip="none" rotWithShape="1">
              <a:gsLst>
                <a:gs pos="21000">
                  <a:srgbClr val="2C82BD"/>
                </a:gs>
                <a:gs pos="0">
                  <a:srgbClr val="2F88C2"/>
                </a:gs>
                <a:gs pos="57000">
                  <a:srgbClr val="105A98"/>
                </a:gs>
                <a:gs pos="88000">
                  <a:schemeClr val="tx1"/>
                </a:gs>
              </a:gsLst>
              <a:lin ang="0" scaled="1"/>
              <a:tileRect/>
            </a:gra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rIns="72000" bIns="72000" rtlCol="0" anchor="t" anchorCtr="0"/>
            <a:lstStyle/>
            <a:p>
              <a:pPr algn="l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 dirty="0">
                <a:solidFill>
                  <a:schemeClr val="bg2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F72CB-9D9E-A756-FD98-C4AE9CF866ED}"/>
                </a:ext>
              </a:extLst>
            </p:cNvPr>
            <p:cNvSpPr/>
            <p:nvPr userDrawn="1"/>
          </p:nvSpPr>
          <p:spPr>
            <a:xfrm>
              <a:off x="0" y="0"/>
              <a:ext cx="1871700" cy="426393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78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rIns="72000" bIns="72000" rtlCol="0" anchor="t" anchorCtr="0"/>
            <a:lstStyle/>
            <a:p>
              <a:pPr algn="l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 dirty="0">
                <a:solidFill>
                  <a:schemeClr val="bg2"/>
                </a:solidFill>
              </a:endParaRPr>
            </a:p>
          </p:txBody>
        </p:sp>
      </p:grpSp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1331640" y="1531151"/>
            <a:ext cx="6601524" cy="2081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Chapter divider</a:t>
            </a:r>
          </a:p>
        </p:txBody>
      </p:sp>
      <p:sp>
        <p:nvSpPr>
          <p:cNvPr id="9" name="Freihandform: Form 49">
            <a:extLst>
              <a:ext uri="{FF2B5EF4-FFF2-40B4-BE49-F238E27FC236}">
                <a16:creationId xmlns:a16="http://schemas.microsoft.com/office/drawing/2014/main" id="{6992AA92-3408-7DBA-04A7-D32AAADDB944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sz="1800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792688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int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03094B9-872F-F07E-248C-D1441F5721A8}"/>
              </a:ext>
            </a:extLst>
          </p:cNvPr>
          <p:cNvGrpSpPr/>
          <p:nvPr userDrawn="1"/>
        </p:nvGrpSpPr>
        <p:grpSpPr>
          <a:xfrm>
            <a:off x="0" y="0"/>
            <a:ext cx="2267744" cy="5143499"/>
            <a:chOff x="0" y="0"/>
            <a:chExt cx="2267744" cy="51434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1BCA90A-C11C-C78E-8A38-9EA08A99CA66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3826518"/>
              <a:ext cx="2267744" cy="1316981"/>
            </a:xfrm>
            <a:prstGeom prst="rect">
              <a:avLst/>
            </a:prstGeom>
            <a:blipFill>
              <a:blip r:embed="rId2"/>
              <a:srcRect/>
              <a:stretch>
                <a:fillRect l="-22358" t="-10692" r="8757" b="-84920"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t" anchorCtr="0">
              <a:noAutofit/>
            </a:bodyPr>
            <a:lstStyle/>
            <a:p>
              <a:pPr algn="ctr" defTabSz="457200"/>
              <a:endParaRPr lang="en-GB" sz="1800" noProof="0">
                <a:solidFill>
                  <a:srgbClr val="F78F1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EBB491-E457-491B-0B39-5541A8AC88F1}"/>
                </a:ext>
              </a:extLst>
            </p:cNvPr>
            <p:cNvSpPr/>
            <p:nvPr userDrawn="1"/>
          </p:nvSpPr>
          <p:spPr>
            <a:xfrm>
              <a:off x="0" y="0"/>
              <a:ext cx="1871700" cy="3826518"/>
            </a:xfrm>
            <a:prstGeom prst="rect">
              <a:avLst/>
            </a:prstGeom>
            <a:gradFill flip="none" rotWithShape="1">
              <a:gsLst>
                <a:gs pos="21000">
                  <a:srgbClr val="2C82BD"/>
                </a:gs>
                <a:gs pos="0">
                  <a:srgbClr val="2F88C2"/>
                </a:gs>
                <a:gs pos="57000">
                  <a:srgbClr val="105A98"/>
                </a:gs>
                <a:gs pos="88000">
                  <a:schemeClr val="tx1"/>
                </a:gs>
              </a:gsLst>
              <a:lin ang="0" scaled="1"/>
              <a:tileRect/>
            </a:gra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rIns="72000" bIns="72000" rtlCol="0" anchor="t" anchorCtr="0"/>
            <a:lstStyle/>
            <a:p>
              <a:pPr algn="l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 dirty="0">
                <a:solidFill>
                  <a:schemeClr val="bg2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F72CB-9D9E-A756-FD98-C4AE9CF866ED}"/>
                </a:ext>
              </a:extLst>
            </p:cNvPr>
            <p:cNvSpPr/>
            <p:nvPr userDrawn="1"/>
          </p:nvSpPr>
          <p:spPr>
            <a:xfrm>
              <a:off x="0" y="0"/>
              <a:ext cx="1871700" cy="426393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78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rIns="72000" bIns="72000" rtlCol="0" anchor="t" anchorCtr="0"/>
            <a:lstStyle/>
            <a:p>
              <a:pPr algn="l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 dirty="0">
                <a:solidFill>
                  <a:schemeClr val="bg2"/>
                </a:solidFill>
              </a:endParaRPr>
            </a:p>
          </p:txBody>
        </p:sp>
      </p:grpSp>
      <p:sp>
        <p:nvSpPr>
          <p:cNvPr id="9" name="Freihandform: Form 49">
            <a:extLst>
              <a:ext uri="{FF2B5EF4-FFF2-40B4-BE49-F238E27FC236}">
                <a16:creationId xmlns:a16="http://schemas.microsoft.com/office/drawing/2014/main" id="{6992AA92-3408-7DBA-04A7-D32AAADDB944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sz="1800" noProof="0" dirty="0">
              <a:solidFill>
                <a:schemeClr val="accent4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C73B43-3C9A-ACA3-2930-A32904C14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8280000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Speaker / Agenda intro | Use presentation title as headline for this slide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258947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ide Ba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59732" y="270000"/>
            <a:ext cx="6588272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Title / key message of the slide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CFFDBE-A83B-435B-8BE3-D861EE02B0A6}"/>
              </a:ext>
            </a:extLst>
          </p:cNvPr>
          <p:cNvGrpSpPr/>
          <p:nvPr userDrawn="1"/>
        </p:nvGrpSpPr>
        <p:grpSpPr>
          <a:xfrm flipH="1">
            <a:off x="-6" y="-164553"/>
            <a:ext cx="9143999" cy="45719"/>
            <a:chOff x="1" y="0"/>
            <a:chExt cx="9143999" cy="5143500"/>
          </a:xfrm>
          <a:solidFill>
            <a:srgbClr val="E6E6E6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0B9006-85DC-47B6-8276-5D85B6903B55}"/>
                </a:ext>
              </a:extLst>
            </p:cNvPr>
            <p:cNvSpPr/>
            <p:nvPr userDrawn="1"/>
          </p:nvSpPr>
          <p:spPr>
            <a:xfrm>
              <a:off x="1" y="0"/>
              <a:ext cx="7200288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6CCCDC-1A6A-4BFE-A306-660C48B726D1}"/>
                </a:ext>
              </a:extLst>
            </p:cNvPr>
            <p:cNvSpPr/>
            <p:nvPr userDrawn="1"/>
          </p:nvSpPr>
          <p:spPr>
            <a:xfrm flipH="1">
              <a:off x="7200288" y="0"/>
              <a:ext cx="1943712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0D0CA02-3DB7-4816-97FE-CBE992B632AB}"/>
              </a:ext>
            </a:extLst>
          </p:cNvPr>
          <p:cNvGrpSpPr/>
          <p:nvPr userDrawn="1"/>
        </p:nvGrpSpPr>
        <p:grpSpPr>
          <a:xfrm>
            <a:off x="1" y="-704614"/>
            <a:ext cx="9143993" cy="108012"/>
            <a:chOff x="9397047" y="-812626"/>
            <a:chExt cx="9143993" cy="5143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A5501F-CD13-4174-92D6-F926C33B9808}"/>
                </a:ext>
              </a:extLst>
            </p:cNvPr>
            <p:cNvSpPr/>
            <p:nvPr userDrawn="1"/>
          </p:nvSpPr>
          <p:spPr>
            <a:xfrm>
              <a:off x="9397047" y="-812626"/>
              <a:ext cx="1943705" cy="51435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ABFC38-E15C-472A-86A4-A76510D98ABC}"/>
                </a:ext>
              </a:extLst>
            </p:cNvPr>
            <p:cNvSpPr/>
            <p:nvPr userDrawn="1"/>
          </p:nvSpPr>
          <p:spPr>
            <a:xfrm flipH="1">
              <a:off x="11340752" y="-812626"/>
              <a:ext cx="7200288" cy="51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1632A66-2D87-F6DF-9860-9DA069DD2F34}"/>
              </a:ext>
            </a:extLst>
          </p:cNvPr>
          <p:cNvSpPr/>
          <p:nvPr userDrawn="1"/>
        </p:nvSpPr>
        <p:spPr>
          <a:xfrm>
            <a:off x="-6" y="5092030"/>
            <a:ext cx="1943712" cy="5147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rIns="72000" bIns="72000" rtlCol="0" anchor="t" anchorCtr="0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GB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191734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ide Ba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001" y="270000"/>
            <a:ext cx="1763516" cy="1692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3600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Aft>
                <a:spcPts val="200"/>
              </a:spcAft>
              <a:defRPr lang="en-GB" sz="18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Title / key message of the slide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CFFDBE-A83B-435B-8BE3-D861EE02B0A6}"/>
              </a:ext>
            </a:extLst>
          </p:cNvPr>
          <p:cNvGrpSpPr/>
          <p:nvPr userDrawn="1"/>
        </p:nvGrpSpPr>
        <p:grpSpPr>
          <a:xfrm flipH="1">
            <a:off x="-6" y="-164553"/>
            <a:ext cx="9143999" cy="45719"/>
            <a:chOff x="1" y="0"/>
            <a:chExt cx="9143999" cy="5143500"/>
          </a:xfrm>
          <a:solidFill>
            <a:srgbClr val="E6E6E6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0B9006-85DC-47B6-8276-5D85B6903B55}"/>
                </a:ext>
              </a:extLst>
            </p:cNvPr>
            <p:cNvSpPr/>
            <p:nvPr userDrawn="1"/>
          </p:nvSpPr>
          <p:spPr>
            <a:xfrm>
              <a:off x="1" y="0"/>
              <a:ext cx="7200288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6CCCDC-1A6A-4BFE-A306-660C48B726D1}"/>
                </a:ext>
              </a:extLst>
            </p:cNvPr>
            <p:cNvSpPr/>
            <p:nvPr userDrawn="1"/>
          </p:nvSpPr>
          <p:spPr>
            <a:xfrm flipH="1">
              <a:off x="7200288" y="0"/>
              <a:ext cx="1943712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F559B7C-2A50-5F95-F224-4F54FA7B831F}"/>
              </a:ext>
            </a:extLst>
          </p:cNvPr>
          <p:cNvSpPr/>
          <p:nvPr userDrawn="1"/>
        </p:nvSpPr>
        <p:spPr>
          <a:xfrm>
            <a:off x="-6" y="5092030"/>
            <a:ext cx="1943712" cy="5147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rIns="72000" bIns="72000" rtlCol="0" anchor="t" anchorCtr="0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GB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62536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ide Ba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19872" y="270000"/>
            <a:ext cx="5328132" cy="288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Title / key message of the slide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CFFDBE-A83B-435B-8BE3-D861EE02B0A6}"/>
              </a:ext>
            </a:extLst>
          </p:cNvPr>
          <p:cNvGrpSpPr/>
          <p:nvPr userDrawn="1"/>
        </p:nvGrpSpPr>
        <p:grpSpPr>
          <a:xfrm flipH="1" flipV="1">
            <a:off x="-1" y="-113084"/>
            <a:ext cx="9144001" cy="56542"/>
            <a:chOff x="-1" y="0"/>
            <a:chExt cx="9144001" cy="5143500"/>
          </a:xfrm>
          <a:solidFill>
            <a:srgbClr val="E6E6E6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0B9006-85DC-47B6-8276-5D85B6903B55}"/>
                </a:ext>
              </a:extLst>
            </p:cNvPr>
            <p:cNvSpPr/>
            <p:nvPr userDrawn="1"/>
          </p:nvSpPr>
          <p:spPr>
            <a:xfrm>
              <a:off x="-1" y="0"/>
              <a:ext cx="5921323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6CCCDC-1A6A-4BFE-A306-660C48B726D1}"/>
                </a:ext>
              </a:extLst>
            </p:cNvPr>
            <p:cNvSpPr/>
            <p:nvPr userDrawn="1"/>
          </p:nvSpPr>
          <p:spPr>
            <a:xfrm flipH="1">
              <a:off x="5921322" y="0"/>
              <a:ext cx="3222678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01F1195-A907-F35C-0355-580E8DDB60B9}"/>
              </a:ext>
            </a:extLst>
          </p:cNvPr>
          <p:cNvSpPr/>
          <p:nvPr userDrawn="1"/>
        </p:nvSpPr>
        <p:spPr>
          <a:xfrm>
            <a:off x="-7" y="5086958"/>
            <a:ext cx="3222683" cy="56542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rIns="72000" bIns="72000" rtlCol="0" anchor="t" anchorCtr="0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GB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173141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ide Ba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001" y="270000"/>
            <a:ext cx="2987840" cy="102107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3600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  <a:spcAft>
                <a:spcPts val="200"/>
              </a:spcAft>
            </a:pPr>
            <a:r>
              <a:rPr lang="en-GB" noProof="0" dirty="0"/>
              <a:t>Title / key message of the slide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CFFDBE-A83B-435B-8BE3-D861EE02B0A6}"/>
              </a:ext>
            </a:extLst>
          </p:cNvPr>
          <p:cNvGrpSpPr/>
          <p:nvPr userDrawn="1"/>
        </p:nvGrpSpPr>
        <p:grpSpPr>
          <a:xfrm flipH="1" flipV="1">
            <a:off x="-1" y="-113084"/>
            <a:ext cx="9144001" cy="56542"/>
            <a:chOff x="-1" y="0"/>
            <a:chExt cx="9144001" cy="5143500"/>
          </a:xfrm>
          <a:solidFill>
            <a:srgbClr val="E6E6E6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0B9006-85DC-47B6-8276-5D85B6903B55}"/>
                </a:ext>
              </a:extLst>
            </p:cNvPr>
            <p:cNvSpPr/>
            <p:nvPr userDrawn="1"/>
          </p:nvSpPr>
          <p:spPr>
            <a:xfrm>
              <a:off x="-1" y="0"/>
              <a:ext cx="5921323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6CCCDC-1A6A-4BFE-A306-660C48B726D1}"/>
                </a:ext>
              </a:extLst>
            </p:cNvPr>
            <p:cNvSpPr/>
            <p:nvPr userDrawn="1"/>
          </p:nvSpPr>
          <p:spPr>
            <a:xfrm flipH="1">
              <a:off x="5921322" y="0"/>
              <a:ext cx="3222678" cy="51435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ctr" anchorCtr="0"/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</a:pPr>
              <a:endParaRPr lang="en-GB" sz="1400">
                <a:solidFill>
                  <a:schemeClr val="bg1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E66D401-927D-180E-3819-9CE371912D3C}"/>
              </a:ext>
            </a:extLst>
          </p:cNvPr>
          <p:cNvSpPr/>
          <p:nvPr userDrawn="1"/>
        </p:nvSpPr>
        <p:spPr>
          <a:xfrm>
            <a:off x="-7" y="5086958"/>
            <a:ext cx="3222683" cy="56542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rIns="72000" bIns="72000" rtlCol="0" anchor="t" anchorCtr="0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GB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77900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Side 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0000"/>
            <a:ext cx="5328132" cy="2880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92ACC-13E3-E3A1-1ADD-98FBE121FC7F}"/>
              </a:ext>
            </a:extLst>
          </p:cNvPr>
          <p:cNvSpPr/>
          <p:nvPr userDrawn="1"/>
        </p:nvSpPr>
        <p:spPr>
          <a:xfrm>
            <a:off x="-7" y="5086350"/>
            <a:ext cx="5917413" cy="5715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rIns="72000" bIns="72000" rtlCol="0" anchor="t" anchorCtr="0"/>
          <a:lstStyle/>
          <a:p>
            <a:pPr algn="l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GB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891248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F2BA592-732C-D92C-F24F-AF8379804D6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8856724" cy="5143500"/>
          </a:xfrm>
          <a:prstGeom prst="rect">
            <a:avLst/>
          </a:prstGeom>
          <a:blipFill>
            <a:blip r:embed="rId2"/>
            <a:srcRect/>
            <a:stretch>
              <a:fillRect l="-22358" t="-10692" r="8757" b="-84920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grpSp>
        <p:nvGrpSpPr>
          <p:cNvPr id="29" name="Gruppieren 14">
            <a:extLst>
              <a:ext uri="{FF2B5EF4-FFF2-40B4-BE49-F238E27FC236}">
                <a16:creationId xmlns:a16="http://schemas.microsoft.com/office/drawing/2014/main" id="{CA109265-1CF6-E37D-B349-C35055C65A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230014" y="424757"/>
            <a:ext cx="2482186" cy="612179"/>
            <a:chOff x="-6480658" y="3564296"/>
            <a:chExt cx="10339200" cy="2534206"/>
          </a:xfrm>
          <a:solidFill>
            <a:schemeClr val="bg1"/>
          </a:solidFill>
        </p:grpSpPr>
        <p:sp>
          <p:nvSpPr>
            <p:cNvPr id="30" name="Freihandform: Form 15">
              <a:extLst>
                <a:ext uri="{FF2B5EF4-FFF2-40B4-BE49-F238E27FC236}">
                  <a16:creationId xmlns:a16="http://schemas.microsoft.com/office/drawing/2014/main" id="{FBC41555-0F77-FBA9-3067-56513B4E48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227290" y="5628626"/>
              <a:ext cx="6085831" cy="469876"/>
            </a:xfrm>
            <a:custGeom>
              <a:avLst/>
              <a:gdLst>
                <a:gd name="connsiteX0" fmla="*/ 2425896 w 6085831"/>
                <a:gd name="connsiteY0" fmla="*/ 74820 h 469876"/>
                <a:gd name="connsiteX1" fmla="*/ 2339468 w 6085831"/>
                <a:gd name="connsiteY1" fmla="*/ 318752 h 469876"/>
                <a:gd name="connsiteX2" fmla="*/ 2511185 w 6085831"/>
                <a:gd name="connsiteY2" fmla="*/ 318752 h 469876"/>
                <a:gd name="connsiteX3" fmla="*/ 1491950 w 6085831"/>
                <a:gd name="connsiteY3" fmla="*/ 74820 h 469876"/>
                <a:gd name="connsiteX4" fmla="*/ 1405522 w 6085831"/>
                <a:gd name="connsiteY4" fmla="*/ 318752 h 469876"/>
                <a:gd name="connsiteX5" fmla="*/ 1577239 w 6085831"/>
                <a:gd name="connsiteY5" fmla="*/ 318752 h 469876"/>
                <a:gd name="connsiteX6" fmla="*/ 5814145 w 6085831"/>
                <a:gd name="connsiteY6" fmla="*/ 48622 h 469876"/>
                <a:gd name="connsiteX7" fmla="*/ 5814145 w 6085831"/>
                <a:gd name="connsiteY7" fmla="*/ 421761 h 469876"/>
                <a:gd name="connsiteX8" fmla="*/ 5928889 w 6085831"/>
                <a:gd name="connsiteY8" fmla="*/ 421761 h 469876"/>
                <a:gd name="connsiteX9" fmla="*/ 5928889 w 6085831"/>
                <a:gd name="connsiteY9" fmla="*/ 421924 h 469876"/>
                <a:gd name="connsiteX10" fmla="*/ 5935065 w 6085831"/>
                <a:gd name="connsiteY10" fmla="*/ 421240 h 469876"/>
                <a:gd name="connsiteX11" fmla="*/ 6035423 w 6085831"/>
                <a:gd name="connsiteY11" fmla="*/ 246113 h 469876"/>
                <a:gd name="connsiteX12" fmla="*/ 6035423 w 6085831"/>
                <a:gd name="connsiteY12" fmla="*/ 234744 h 469876"/>
                <a:gd name="connsiteX13" fmla="*/ 5935873 w 6085831"/>
                <a:gd name="connsiteY13" fmla="*/ 49835 h 469876"/>
                <a:gd name="connsiteX14" fmla="*/ 5928277 w 6085831"/>
                <a:gd name="connsiteY14" fmla="*/ 48622 h 469876"/>
                <a:gd name="connsiteX15" fmla="*/ 5024863 w 6085831"/>
                <a:gd name="connsiteY15" fmla="*/ 48621 h 469876"/>
                <a:gd name="connsiteX16" fmla="*/ 5024863 w 6085831"/>
                <a:gd name="connsiteY16" fmla="*/ 217544 h 469876"/>
                <a:gd name="connsiteX17" fmla="*/ 5158687 w 6085831"/>
                <a:gd name="connsiteY17" fmla="*/ 217544 h 469876"/>
                <a:gd name="connsiteX18" fmla="*/ 5159459 w 6085831"/>
                <a:gd name="connsiteY18" fmla="*/ 217544 h 469876"/>
                <a:gd name="connsiteX19" fmla="*/ 5240811 w 6085831"/>
                <a:gd name="connsiteY19" fmla="*/ 135790 h 469876"/>
                <a:gd name="connsiteX20" fmla="*/ 5240003 w 6085831"/>
                <a:gd name="connsiteY20" fmla="*/ 129973 h 469876"/>
                <a:gd name="connsiteX21" fmla="*/ 5159459 w 6085831"/>
                <a:gd name="connsiteY21" fmla="*/ 48621 h 469876"/>
                <a:gd name="connsiteX22" fmla="*/ 5155393 w 6085831"/>
                <a:gd name="connsiteY22" fmla="*/ 48621 h 469876"/>
                <a:gd name="connsiteX23" fmla="*/ 3483477 w 6085831"/>
                <a:gd name="connsiteY23" fmla="*/ 48621 h 469876"/>
                <a:gd name="connsiteX24" fmla="*/ 3483477 w 6085831"/>
                <a:gd name="connsiteY24" fmla="*/ 217544 h 469876"/>
                <a:gd name="connsiteX25" fmla="*/ 3617301 w 6085831"/>
                <a:gd name="connsiteY25" fmla="*/ 217544 h 469876"/>
                <a:gd name="connsiteX26" fmla="*/ 3618073 w 6085831"/>
                <a:gd name="connsiteY26" fmla="*/ 217544 h 469876"/>
                <a:gd name="connsiteX27" fmla="*/ 3699425 w 6085831"/>
                <a:gd name="connsiteY27" fmla="*/ 135790 h 469876"/>
                <a:gd name="connsiteX28" fmla="*/ 3698617 w 6085831"/>
                <a:gd name="connsiteY28" fmla="*/ 129973 h 469876"/>
                <a:gd name="connsiteX29" fmla="*/ 3618073 w 6085831"/>
                <a:gd name="connsiteY29" fmla="*/ 48621 h 469876"/>
                <a:gd name="connsiteX30" fmla="*/ 3614007 w 6085831"/>
                <a:gd name="connsiteY30" fmla="*/ 48621 h 469876"/>
                <a:gd name="connsiteX31" fmla="*/ 820386 w 6085831"/>
                <a:gd name="connsiteY31" fmla="*/ 48621 h 469876"/>
                <a:gd name="connsiteX32" fmla="*/ 820386 w 6085831"/>
                <a:gd name="connsiteY32" fmla="*/ 217544 h 469876"/>
                <a:gd name="connsiteX33" fmla="*/ 954211 w 6085831"/>
                <a:gd name="connsiteY33" fmla="*/ 217544 h 469876"/>
                <a:gd name="connsiteX34" fmla="*/ 954984 w 6085831"/>
                <a:gd name="connsiteY34" fmla="*/ 217544 h 469876"/>
                <a:gd name="connsiteX35" fmla="*/ 1036335 w 6085831"/>
                <a:gd name="connsiteY35" fmla="*/ 135790 h 469876"/>
                <a:gd name="connsiteX36" fmla="*/ 1035526 w 6085831"/>
                <a:gd name="connsiteY36" fmla="*/ 129973 h 469876"/>
                <a:gd name="connsiteX37" fmla="*/ 954984 w 6085831"/>
                <a:gd name="connsiteY37" fmla="*/ 48621 h 469876"/>
                <a:gd name="connsiteX38" fmla="*/ 950917 w 6085831"/>
                <a:gd name="connsiteY38" fmla="*/ 48621 h 469876"/>
                <a:gd name="connsiteX39" fmla="*/ 4712731 w 6085831"/>
                <a:gd name="connsiteY39" fmla="*/ 43899 h 469876"/>
                <a:gd name="connsiteX40" fmla="*/ 4601863 w 6085831"/>
                <a:gd name="connsiteY40" fmla="*/ 167169 h 469876"/>
                <a:gd name="connsiteX41" fmla="*/ 4601323 w 6085831"/>
                <a:gd name="connsiteY41" fmla="*/ 305923 h 469876"/>
                <a:gd name="connsiteX42" fmla="*/ 4712731 w 6085831"/>
                <a:gd name="connsiteY42" fmla="*/ 424339 h 469876"/>
                <a:gd name="connsiteX43" fmla="*/ 4824677 w 6085831"/>
                <a:gd name="connsiteY43" fmla="*/ 297835 h 469876"/>
                <a:gd name="connsiteX44" fmla="*/ 4823599 w 6085831"/>
                <a:gd name="connsiteY44" fmla="*/ 166090 h 469876"/>
                <a:gd name="connsiteX45" fmla="*/ 4712731 w 6085831"/>
                <a:gd name="connsiteY45" fmla="*/ 43899 h 469876"/>
                <a:gd name="connsiteX46" fmla="*/ 501904 w 6085831"/>
                <a:gd name="connsiteY46" fmla="*/ 43899 h 469876"/>
                <a:gd name="connsiteX47" fmla="*/ 391037 w 6085831"/>
                <a:gd name="connsiteY47" fmla="*/ 167169 h 469876"/>
                <a:gd name="connsiteX48" fmla="*/ 390497 w 6085831"/>
                <a:gd name="connsiteY48" fmla="*/ 305923 h 469876"/>
                <a:gd name="connsiteX49" fmla="*/ 501904 w 6085831"/>
                <a:gd name="connsiteY49" fmla="*/ 424339 h 469876"/>
                <a:gd name="connsiteX50" fmla="*/ 613850 w 6085831"/>
                <a:gd name="connsiteY50" fmla="*/ 297835 h 469876"/>
                <a:gd name="connsiteX51" fmla="*/ 612772 w 6085831"/>
                <a:gd name="connsiteY51" fmla="*/ 166090 h 469876"/>
                <a:gd name="connsiteX52" fmla="*/ 501904 w 6085831"/>
                <a:gd name="connsiteY52" fmla="*/ 43899 h 469876"/>
                <a:gd name="connsiteX53" fmla="*/ 5765399 w 6085831"/>
                <a:gd name="connsiteY53" fmla="*/ 4836 h 469876"/>
                <a:gd name="connsiteX54" fmla="*/ 5814145 w 6085831"/>
                <a:gd name="connsiteY54" fmla="*/ 4836 h 469876"/>
                <a:gd name="connsiteX55" fmla="*/ 5928889 w 6085831"/>
                <a:gd name="connsiteY55" fmla="*/ 4836 h 469876"/>
                <a:gd name="connsiteX56" fmla="*/ 5938427 w 6085831"/>
                <a:gd name="connsiteY56" fmla="*/ 4836 h 469876"/>
                <a:gd name="connsiteX57" fmla="*/ 6084779 w 6085831"/>
                <a:gd name="connsiteY57" fmla="*/ 232346 h 469876"/>
                <a:gd name="connsiteX58" fmla="*/ 6084779 w 6085831"/>
                <a:gd name="connsiteY58" fmla="*/ 247167 h 469876"/>
                <a:gd name="connsiteX59" fmla="*/ 5939237 w 6085831"/>
                <a:gd name="connsiteY59" fmla="*/ 465195 h 469876"/>
                <a:gd name="connsiteX60" fmla="*/ 5928889 w 6085831"/>
                <a:gd name="connsiteY60" fmla="*/ 465537 h 469876"/>
                <a:gd name="connsiteX61" fmla="*/ 5928889 w 6085831"/>
                <a:gd name="connsiteY61" fmla="*/ 465547 h 469876"/>
                <a:gd name="connsiteX62" fmla="*/ 5928579 w 6085831"/>
                <a:gd name="connsiteY62" fmla="*/ 465547 h 469876"/>
                <a:gd name="connsiteX63" fmla="*/ 5928573 w 6085831"/>
                <a:gd name="connsiteY63" fmla="*/ 465547 h 469876"/>
                <a:gd name="connsiteX64" fmla="*/ 5814145 w 6085831"/>
                <a:gd name="connsiteY64" fmla="*/ 465547 h 469876"/>
                <a:gd name="connsiteX65" fmla="*/ 5765399 w 6085831"/>
                <a:gd name="connsiteY65" fmla="*/ 465547 h 469876"/>
                <a:gd name="connsiteX66" fmla="*/ 5391729 w 6085831"/>
                <a:gd name="connsiteY66" fmla="*/ 4835 h 469876"/>
                <a:gd name="connsiteX67" fmla="*/ 5440475 w 6085831"/>
                <a:gd name="connsiteY67" fmla="*/ 4835 h 469876"/>
                <a:gd name="connsiteX68" fmla="*/ 5440475 w 6085831"/>
                <a:gd name="connsiteY68" fmla="*/ 421759 h 469876"/>
                <a:gd name="connsiteX69" fmla="*/ 5674681 w 6085831"/>
                <a:gd name="connsiteY69" fmla="*/ 421759 h 469876"/>
                <a:gd name="connsiteX70" fmla="*/ 5674681 w 6085831"/>
                <a:gd name="connsiteY70" fmla="*/ 465545 h 469876"/>
                <a:gd name="connsiteX71" fmla="*/ 5440475 w 6085831"/>
                <a:gd name="connsiteY71" fmla="*/ 465545 h 469876"/>
                <a:gd name="connsiteX72" fmla="*/ 5434593 w 6085831"/>
                <a:gd name="connsiteY72" fmla="*/ 465545 h 469876"/>
                <a:gd name="connsiteX73" fmla="*/ 5391729 w 6085831"/>
                <a:gd name="connsiteY73" fmla="*/ 465545 h 469876"/>
                <a:gd name="connsiteX74" fmla="*/ 4976117 w 6085831"/>
                <a:gd name="connsiteY74" fmla="*/ 4835 h 469876"/>
                <a:gd name="connsiteX75" fmla="*/ 5024863 w 6085831"/>
                <a:gd name="connsiteY75" fmla="*/ 4835 h 469876"/>
                <a:gd name="connsiteX76" fmla="*/ 5158687 w 6085831"/>
                <a:gd name="connsiteY76" fmla="*/ 4835 h 469876"/>
                <a:gd name="connsiteX77" fmla="*/ 5158687 w 6085831"/>
                <a:gd name="connsiteY77" fmla="*/ 5351 h 469876"/>
                <a:gd name="connsiteX78" fmla="*/ 5165249 w 6085831"/>
                <a:gd name="connsiteY78" fmla="*/ 5351 h 469876"/>
                <a:gd name="connsiteX79" fmla="*/ 5288551 w 6085831"/>
                <a:gd name="connsiteY79" fmla="*/ 128653 h 469876"/>
                <a:gd name="connsiteX80" fmla="*/ 5288551 w 6085831"/>
                <a:gd name="connsiteY80" fmla="*/ 136815 h 469876"/>
                <a:gd name="connsiteX81" fmla="*/ 5192497 w 6085831"/>
                <a:gd name="connsiteY81" fmla="*/ 255289 h 469876"/>
                <a:gd name="connsiteX82" fmla="*/ 5188391 w 6085831"/>
                <a:gd name="connsiteY82" fmla="*/ 255851 h 469876"/>
                <a:gd name="connsiteX83" fmla="*/ 5298631 w 6085831"/>
                <a:gd name="connsiteY83" fmla="*/ 465545 h 469876"/>
                <a:gd name="connsiteX84" fmla="*/ 5240369 w 6085831"/>
                <a:gd name="connsiteY84" fmla="*/ 465545 h 469876"/>
                <a:gd name="connsiteX85" fmla="*/ 5135989 w 6085831"/>
                <a:gd name="connsiteY85" fmla="*/ 261330 h 469876"/>
                <a:gd name="connsiteX86" fmla="*/ 5024863 w 6085831"/>
                <a:gd name="connsiteY86" fmla="*/ 261330 h 469876"/>
                <a:gd name="connsiteX87" fmla="*/ 5024863 w 6085831"/>
                <a:gd name="connsiteY87" fmla="*/ 465545 h 469876"/>
                <a:gd name="connsiteX88" fmla="*/ 4976117 w 6085831"/>
                <a:gd name="connsiteY88" fmla="*/ 465545 h 469876"/>
                <a:gd name="connsiteX89" fmla="*/ 3434731 w 6085831"/>
                <a:gd name="connsiteY89" fmla="*/ 4835 h 469876"/>
                <a:gd name="connsiteX90" fmla="*/ 3483477 w 6085831"/>
                <a:gd name="connsiteY90" fmla="*/ 4835 h 469876"/>
                <a:gd name="connsiteX91" fmla="*/ 3617301 w 6085831"/>
                <a:gd name="connsiteY91" fmla="*/ 4835 h 469876"/>
                <a:gd name="connsiteX92" fmla="*/ 3617301 w 6085831"/>
                <a:gd name="connsiteY92" fmla="*/ 5351 h 469876"/>
                <a:gd name="connsiteX93" fmla="*/ 3623863 w 6085831"/>
                <a:gd name="connsiteY93" fmla="*/ 5351 h 469876"/>
                <a:gd name="connsiteX94" fmla="*/ 3747165 w 6085831"/>
                <a:gd name="connsiteY94" fmla="*/ 128653 h 469876"/>
                <a:gd name="connsiteX95" fmla="*/ 3747165 w 6085831"/>
                <a:gd name="connsiteY95" fmla="*/ 136815 h 469876"/>
                <a:gd name="connsiteX96" fmla="*/ 3651111 w 6085831"/>
                <a:gd name="connsiteY96" fmla="*/ 255289 h 469876"/>
                <a:gd name="connsiteX97" fmla="*/ 3647005 w 6085831"/>
                <a:gd name="connsiteY97" fmla="*/ 255851 h 469876"/>
                <a:gd name="connsiteX98" fmla="*/ 3757245 w 6085831"/>
                <a:gd name="connsiteY98" fmla="*/ 465545 h 469876"/>
                <a:gd name="connsiteX99" fmla="*/ 3698983 w 6085831"/>
                <a:gd name="connsiteY99" fmla="*/ 465545 h 469876"/>
                <a:gd name="connsiteX100" fmla="*/ 3594603 w 6085831"/>
                <a:gd name="connsiteY100" fmla="*/ 261330 h 469876"/>
                <a:gd name="connsiteX101" fmla="*/ 3483477 w 6085831"/>
                <a:gd name="connsiteY101" fmla="*/ 261330 h 469876"/>
                <a:gd name="connsiteX102" fmla="*/ 3483477 w 6085831"/>
                <a:gd name="connsiteY102" fmla="*/ 465545 h 469876"/>
                <a:gd name="connsiteX103" fmla="*/ 3434731 w 6085831"/>
                <a:gd name="connsiteY103" fmla="*/ 465545 h 469876"/>
                <a:gd name="connsiteX104" fmla="*/ 3062719 w 6085831"/>
                <a:gd name="connsiteY104" fmla="*/ 4835 h 469876"/>
                <a:gd name="connsiteX105" fmla="*/ 3111465 w 6085831"/>
                <a:gd name="connsiteY105" fmla="*/ 4835 h 469876"/>
                <a:gd name="connsiteX106" fmla="*/ 3348437 w 6085831"/>
                <a:gd name="connsiteY106" fmla="*/ 4835 h 469876"/>
                <a:gd name="connsiteX107" fmla="*/ 3348437 w 6085831"/>
                <a:gd name="connsiteY107" fmla="*/ 48621 h 469876"/>
                <a:gd name="connsiteX108" fmla="*/ 3111465 w 6085831"/>
                <a:gd name="connsiteY108" fmla="*/ 48621 h 469876"/>
                <a:gd name="connsiteX109" fmla="*/ 3111465 w 6085831"/>
                <a:gd name="connsiteY109" fmla="*/ 211054 h 469876"/>
                <a:gd name="connsiteX110" fmla="*/ 3313659 w 6085831"/>
                <a:gd name="connsiteY110" fmla="*/ 211054 h 469876"/>
                <a:gd name="connsiteX111" fmla="*/ 3313659 w 6085831"/>
                <a:gd name="connsiteY111" fmla="*/ 254840 h 469876"/>
                <a:gd name="connsiteX112" fmla="*/ 3111465 w 6085831"/>
                <a:gd name="connsiteY112" fmla="*/ 254840 h 469876"/>
                <a:gd name="connsiteX113" fmla="*/ 3111465 w 6085831"/>
                <a:gd name="connsiteY113" fmla="*/ 421759 h 469876"/>
                <a:gd name="connsiteX114" fmla="*/ 3348437 w 6085831"/>
                <a:gd name="connsiteY114" fmla="*/ 421759 h 469876"/>
                <a:gd name="connsiteX115" fmla="*/ 3348437 w 6085831"/>
                <a:gd name="connsiteY115" fmla="*/ 465545 h 469876"/>
                <a:gd name="connsiteX116" fmla="*/ 3111465 w 6085831"/>
                <a:gd name="connsiteY116" fmla="*/ 465545 h 469876"/>
                <a:gd name="connsiteX117" fmla="*/ 3108350 w 6085831"/>
                <a:gd name="connsiteY117" fmla="*/ 465545 h 469876"/>
                <a:gd name="connsiteX118" fmla="*/ 3062719 w 6085831"/>
                <a:gd name="connsiteY118" fmla="*/ 465545 h 469876"/>
                <a:gd name="connsiteX119" fmla="*/ 2686079 w 6085831"/>
                <a:gd name="connsiteY119" fmla="*/ 4835 h 469876"/>
                <a:gd name="connsiteX120" fmla="*/ 2734825 w 6085831"/>
                <a:gd name="connsiteY120" fmla="*/ 4835 h 469876"/>
                <a:gd name="connsiteX121" fmla="*/ 2971797 w 6085831"/>
                <a:gd name="connsiteY121" fmla="*/ 4835 h 469876"/>
                <a:gd name="connsiteX122" fmla="*/ 2971797 w 6085831"/>
                <a:gd name="connsiteY122" fmla="*/ 48621 h 469876"/>
                <a:gd name="connsiteX123" fmla="*/ 2734825 w 6085831"/>
                <a:gd name="connsiteY123" fmla="*/ 48621 h 469876"/>
                <a:gd name="connsiteX124" fmla="*/ 2734825 w 6085831"/>
                <a:gd name="connsiteY124" fmla="*/ 218352 h 469876"/>
                <a:gd name="connsiteX125" fmla="*/ 2937019 w 6085831"/>
                <a:gd name="connsiteY125" fmla="*/ 218352 h 469876"/>
                <a:gd name="connsiteX126" fmla="*/ 2937019 w 6085831"/>
                <a:gd name="connsiteY126" fmla="*/ 262138 h 469876"/>
                <a:gd name="connsiteX127" fmla="*/ 2734825 w 6085831"/>
                <a:gd name="connsiteY127" fmla="*/ 262138 h 469876"/>
                <a:gd name="connsiteX128" fmla="*/ 2734825 w 6085831"/>
                <a:gd name="connsiteY128" fmla="*/ 465545 h 469876"/>
                <a:gd name="connsiteX129" fmla="*/ 2686079 w 6085831"/>
                <a:gd name="connsiteY129" fmla="*/ 465545 h 469876"/>
                <a:gd name="connsiteX130" fmla="*/ 2404270 w 6085831"/>
                <a:gd name="connsiteY130" fmla="*/ 4835 h 469876"/>
                <a:gd name="connsiteX131" fmla="*/ 2446219 w 6085831"/>
                <a:gd name="connsiteY131" fmla="*/ 4835 h 469876"/>
                <a:gd name="connsiteX132" fmla="*/ 2446220 w 6085831"/>
                <a:gd name="connsiteY132" fmla="*/ 4835 h 469876"/>
                <a:gd name="connsiteX133" fmla="*/ 2448491 w 6085831"/>
                <a:gd name="connsiteY133" fmla="*/ 11049 h 469876"/>
                <a:gd name="connsiteX134" fmla="*/ 2614619 w 6085831"/>
                <a:gd name="connsiteY134" fmla="*/ 465545 h 469876"/>
                <a:gd name="connsiteX135" fmla="*/ 2562510 w 6085831"/>
                <a:gd name="connsiteY135" fmla="*/ 465545 h 469876"/>
                <a:gd name="connsiteX136" fmla="*/ 2526047 w 6085831"/>
                <a:gd name="connsiteY136" fmla="*/ 361259 h 469876"/>
                <a:gd name="connsiteX137" fmla="*/ 2324408 w 6085831"/>
                <a:gd name="connsiteY137" fmla="*/ 361259 h 469876"/>
                <a:gd name="connsiteX138" fmla="*/ 2287458 w 6085831"/>
                <a:gd name="connsiteY138" fmla="*/ 465545 h 469876"/>
                <a:gd name="connsiteX139" fmla="*/ 2235398 w 6085831"/>
                <a:gd name="connsiteY139" fmla="*/ 465545 h 469876"/>
                <a:gd name="connsiteX140" fmla="*/ 2403683 w 6085831"/>
                <a:gd name="connsiteY140" fmla="*/ 6435 h 469876"/>
                <a:gd name="connsiteX141" fmla="*/ 1470324 w 6085831"/>
                <a:gd name="connsiteY141" fmla="*/ 4835 h 469876"/>
                <a:gd name="connsiteX142" fmla="*/ 1512273 w 6085831"/>
                <a:gd name="connsiteY142" fmla="*/ 4835 h 469876"/>
                <a:gd name="connsiteX143" fmla="*/ 1512274 w 6085831"/>
                <a:gd name="connsiteY143" fmla="*/ 4835 h 469876"/>
                <a:gd name="connsiteX144" fmla="*/ 1514545 w 6085831"/>
                <a:gd name="connsiteY144" fmla="*/ 11049 h 469876"/>
                <a:gd name="connsiteX145" fmla="*/ 1680673 w 6085831"/>
                <a:gd name="connsiteY145" fmla="*/ 465545 h 469876"/>
                <a:gd name="connsiteX146" fmla="*/ 1628564 w 6085831"/>
                <a:gd name="connsiteY146" fmla="*/ 465545 h 469876"/>
                <a:gd name="connsiteX147" fmla="*/ 1592101 w 6085831"/>
                <a:gd name="connsiteY147" fmla="*/ 361259 h 469876"/>
                <a:gd name="connsiteX148" fmla="*/ 1390462 w 6085831"/>
                <a:gd name="connsiteY148" fmla="*/ 361259 h 469876"/>
                <a:gd name="connsiteX149" fmla="*/ 1353512 w 6085831"/>
                <a:gd name="connsiteY149" fmla="*/ 465545 h 469876"/>
                <a:gd name="connsiteX150" fmla="*/ 1301452 w 6085831"/>
                <a:gd name="connsiteY150" fmla="*/ 465545 h 469876"/>
                <a:gd name="connsiteX151" fmla="*/ 1469737 w 6085831"/>
                <a:gd name="connsiteY151" fmla="*/ 6435 h 469876"/>
                <a:gd name="connsiteX152" fmla="*/ 771640 w 6085831"/>
                <a:gd name="connsiteY152" fmla="*/ 4835 h 469876"/>
                <a:gd name="connsiteX153" fmla="*/ 820386 w 6085831"/>
                <a:gd name="connsiteY153" fmla="*/ 4835 h 469876"/>
                <a:gd name="connsiteX154" fmla="*/ 954211 w 6085831"/>
                <a:gd name="connsiteY154" fmla="*/ 4835 h 469876"/>
                <a:gd name="connsiteX155" fmla="*/ 954211 w 6085831"/>
                <a:gd name="connsiteY155" fmla="*/ 5351 h 469876"/>
                <a:gd name="connsiteX156" fmla="*/ 960772 w 6085831"/>
                <a:gd name="connsiteY156" fmla="*/ 5351 h 469876"/>
                <a:gd name="connsiteX157" fmla="*/ 1084074 w 6085831"/>
                <a:gd name="connsiteY157" fmla="*/ 128653 h 469876"/>
                <a:gd name="connsiteX158" fmla="*/ 1084074 w 6085831"/>
                <a:gd name="connsiteY158" fmla="*/ 136815 h 469876"/>
                <a:gd name="connsiteX159" fmla="*/ 988021 w 6085831"/>
                <a:gd name="connsiteY159" fmla="*/ 255289 h 469876"/>
                <a:gd name="connsiteX160" fmla="*/ 983914 w 6085831"/>
                <a:gd name="connsiteY160" fmla="*/ 255851 h 469876"/>
                <a:gd name="connsiteX161" fmla="*/ 1094154 w 6085831"/>
                <a:gd name="connsiteY161" fmla="*/ 465545 h 469876"/>
                <a:gd name="connsiteX162" fmla="*/ 1035892 w 6085831"/>
                <a:gd name="connsiteY162" fmla="*/ 465545 h 469876"/>
                <a:gd name="connsiteX163" fmla="*/ 931513 w 6085831"/>
                <a:gd name="connsiteY163" fmla="*/ 261330 h 469876"/>
                <a:gd name="connsiteX164" fmla="*/ 820386 w 6085831"/>
                <a:gd name="connsiteY164" fmla="*/ 261330 h 469876"/>
                <a:gd name="connsiteX165" fmla="*/ 820386 w 6085831"/>
                <a:gd name="connsiteY165" fmla="*/ 465545 h 469876"/>
                <a:gd name="connsiteX166" fmla="*/ 771640 w 6085831"/>
                <a:gd name="connsiteY166" fmla="*/ 465545 h 469876"/>
                <a:gd name="connsiteX167" fmla="*/ 0 w 6085831"/>
                <a:gd name="connsiteY167" fmla="*/ 4835 h 469876"/>
                <a:gd name="connsiteX168" fmla="*/ 48746 w 6085831"/>
                <a:gd name="connsiteY168" fmla="*/ 4835 h 469876"/>
                <a:gd name="connsiteX169" fmla="*/ 285718 w 6085831"/>
                <a:gd name="connsiteY169" fmla="*/ 4835 h 469876"/>
                <a:gd name="connsiteX170" fmla="*/ 285718 w 6085831"/>
                <a:gd name="connsiteY170" fmla="*/ 48621 h 469876"/>
                <a:gd name="connsiteX171" fmla="*/ 48746 w 6085831"/>
                <a:gd name="connsiteY171" fmla="*/ 48621 h 469876"/>
                <a:gd name="connsiteX172" fmla="*/ 48746 w 6085831"/>
                <a:gd name="connsiteY172" fmla="*/ 218352 h 469876"/>
                <a:gd name="connsiteX173" fmla="*/ 250940 w 6085831"/>
                <a:gd name="connsiteY173" fmla="*/ 218352 h 469876"/>
                <a:gd name="connsiteX174" fmla="*/ 250940 w 6085831"/>
                <a:gd name="connsiteY174" fmla="*/ 262138 h 469876"/>
                <a:gd name="connsiteX175" fmla="*/ 48746 w 6085831"/>
                <a:gd name="connsiteY175" fmla="*/ 262138 h 469876"/>
                <a:gd name="connsiteX176" fmla="*/ 48746 w 6085831"/>
                <a:gd name="connsiteY176" fmla="*/ 465545 h 469876"/>
                <a:gd name="connsiteX177" fmla="*/ 0 w 6085831"/>
                <a:gd name="connsiteY177" fmla="*/ 465545 h 469876"/>
                <a:gd name="connsiteX178" fmla="*/ 3958459 w 6085831"/>
                <a:gd name="connsiteY178" fmla="*/ 4745 h 469876"/>
                <a:gd name="connsiteX179" fmla="*/ 4010427 w 6085831"/>
                <a:gd name="connsiteY179" fmla="*/ 4745 h 469876"/>
                <a:gd name="connsiteX180" fmla="*/ 4101179 w 6085831"/>
                <a:gd name="connsiteY180" fmla="*/ 373571 h 469876"/>
                <a:gd name="connsiteX181" fmla="*/ 4193451 w 6085831"/>
                <a:gd name="connsiteY181" fmla="*/ 38549 h 469876"/>
                <a:gd name="connsiteX182" fmla="*/ 4201593 w 6085831"/>
                <a:gd name="connsiteY182" fmla="*/ 8980 h 469876"/>
                <a:gd name="connsiteX183" fmla="*/ 4202755 w 6085831"/>
                <a:gd name="connsiteY183" fmla="*/ 4761 h 469876"/>
                <a:gd name="connsiteX184" fmla="*/ 4235167 w 6085831"/>
                <a:gd name="connsiteY184" fmla="*/ 4761 h 469876"/>
                <a:gd name="connsiteX185" fmla="*/ 4240517 w 6085831"/>
                <a:gd name="connsiteY185" fmla="*/ 4761 h 469876"/>
                <a:gd name="connsiteX186" fmla="*/ 4246787 w 6085831"/>
                <a:gd name="connsiteY186" fmla="*/ 4761 h 469876"/>
                <a:gd name="connsiteX187" fmla="*/ 4248741 w 6085831"/>
                <a:gd name="connsiteY187" fmla="*/ 11859 h 469876"/>
                <a:gd name="connsiteX188" fmla="*/ 4248477 w 6085831"/>
                <a:gd name="connsiteY188" fmla="*/ 12799 h 469876"/>
                <a:gd name="connsiteX189" fmla="*/ 4255569 w 6085831"/>
                <a:gd name="connsiteY189" fmla="*/ 38549 h 469876"/>
                <a:gd name="connsiteX190" fmla="*/ 4347627 w 6085831"/>
                <a:gd name="connsiteY190" fmla="*/ 372791 h 469876"/>
                <a:gd name="connsiteX191" fmla="*/ 4438187 w 6085831"/>
                <a:gd name="connsiteY191" fmla="*/ 4745 h 469876"/>
                <a:gd name="connsiteX192" fmla="*/ 4490153 w 6085831"/>
                <a:gd name="connsiteY192" fmla="*/ 4745 h 469876"/>
                <a:gd name="connsiteX193" fmla="*/ 4372511 w 6085831"/>
                <a:gd name="connsiteY193" fmla="*/ 463141 h 469876"/>
                <a:gd name="connsiteX194" fmla="*/ 4373173 w 6085831"/>
                <a:gd name="connsiteY194" fmla="*/ 465545 h 469876"/>
                <a:gd name="connsiteX195" fmla="*/ 4326895 w 6085831"/>
                <a:gd name="connsiteY195" fmla="*/ 465545 h 469876"/>
                <a:gd name="connsiteX196" fmla="*/ 4324805 w 6085831"/>
                <a:gd name="connsiteY196" fmla="*/ 465545 h 469876"/>
                <a:gd name="connsiteX197" fmla="*/ 4325783 w 6085831"/>
                <a:gd name="connsiteY197" fmla="*/ 461570 h 469876"/>
                <a:gd name="connsiteX198" fmla="*/ 4296003 w 6085831"/>
                <a:gd name="connsiteY198" fmla="*/ 355117 h 469876"/>
                <a:gd name="connsiteX199" fmla="*/ 4247059 w 6085831"/>
                <a:gd name="connsiteY199" fmla="*/ 179343 h 469876"/>
                <a:gd name="connsiteX200" fmla="*/ 4224443 w 6085831"/>
                <a:gd name="connsiteY200" fmla="*/ 98394 h 469876"/>
                <a:gd name="connsiteX201" fmla="*/ 4122661 w 6085831"/>
                <a:gd name="connsiteY201" fmla="*/ 460881 h 469876"/>
                <a:gd name="connsiteX202" fmla="*/ 4123809 w 6085831"/>
                <a:gd name="connsiteY202" fmla="*/ 465545 h 469876"/>
                <a:gd name="connsiteX203" fmla="*/ 4121351 w 6085831"/>
                <a:gd name="connsiteY203" fmla="*/ 465545 h 469876"/>
                <a:gd name="connsiteX204" fmla="*/ 4075847 w 6085831"/>
                <a:gd name="connsiteY204" fmla="*/ 465545 h 469876"/>
                <a:gd name="connsiteX205" fmla="*/ 4076299 w 6085831"/>
                <a:gd name="connsiteY205" fmla="*/ 463905 h 469876"/>
                <a:gd name="connsiteX206" fmla="*/ 2041154 w 6085831"/>
                <a:gd name="connsiteY206" fmla="*/ 606 h 469876"/>
                <a:gd name="connsiteX207" fmla="*/ 2088613 w 6085831"/>
                <a:gd name="connsiteY207" fmla="*/ 4631 h 469876"/>
                <a:gd name="connsiteX208" fmla="*/ 2179456 w 6085831"/>
                <a:gd name="connsiteY208" fmla="*/ 51753 h 469876"/>
                <a:gd name="connsiteX209" fmla="*/ 2149031 w 6085831"/>
                <a:gd name="connsiteY209" fmla="*/ 82816 h 469876"/>
                <a:gd name="connsiteX210" fmla="*/ 2089902 w 6085831"/>
                <a:gd name="connsiteY210" fmla="*/ 49338 h 469876"/>
                <a:gd name="connsiteX211" fmla="*/ 2010356 w 6085831"/>
                <a:gd name="connsiteY211" fmla="*/ 47271 h 469876"/>
                <a:gd name="connsiteX212" fmla="*/ 1945875 w 6085831"/>
                <a:gd name="connsiteY212" fmla="*/ 109092 h 469876"/>
                <a:gd name="connsiteX213" fmla="*/ 1961254 w 6085831"/>
                <a:gd name="connsiteY213" fmla="*/ 179474 h 469876"/>
                <a:gd name="connsiteX214" fmla="*/ 2016102 w 6085831"/>
                <a:gd name="connsiteY214" fmla="*/ 205119 h 469876"/>
                <a:gd name="connsiteX215" fmla="*/ 2097538 w 6085831"/>
                <a:gd name="connsiteY215" fmla="*/ 218369 h 469876"/>
                <a:gd name="connsiteX216" fmla="*/ 2199589 w 6085831"/>
                <a:gd name="connsiteY216" fmla="*/ 323221 h 469876"/>
                <a:gd name="connsiteX217" fmla="*/ 2175544 w 6085831"/>
                <a:gd name="connsiteY217" fmla="*/ 415287 h 469876"/>
                <a:gd name="connsiteX218" fmla="*/ 2093197 w 6085831"/>
                <a:gd name="connsiteY218" fmla="*/ 463679 h 469876"/>
                <a:gd name="connsiteX219" fmla="*/ 1970071 w 6085831"/>
                <a:gd name="connsiteY219" fmla="*/ 460977 h 469876"/>
                <a:gd name="connsiteX220" fmla="*/ 1883810 w 6085831"/>
                <a:gd name="connsiteY220" fmla="*/ 408031 h 469876"/>
                <a:gd name="connsiteX221" fmla="*/ 1916305 w 6085831"/>
                <a:gd name="connsiteY221" fmla="*/ 375403 h 469876"/>
                <a:gd name="connsiteX222" fmla="*/ 1978754 w 6085831"/>
                <a:gd name="connsiteY222" fmla="*/ 415726 h 469876"/>
                <a:gd name="connsiteX223" fmla="*/ 2086063 w 6085831"/>
                <a:gd name="connsiteY223" fmla="*/ 420630 h 469876"/>
                <a:gd name="connsiteX224" fmla="*/ 2150946 w 6085831"/>
                <a:gd name="connsiteY224" fmla="*/ 338373 h 469876"/>
                <a:gd name="connsiteX225" fmla="*/ 2001684 w 6085831"/>
                <a:gd name="connsiteY225" fmla="*/ 249873 h 469876"/>
                <a:gd name="connsiteX226" fmla="*/ 1923956 w 6085831"/>
                <a:gd name="connsiteY226" fmla="*/ 211548 h 469876"/>
                <a:gd name="connsiteX227" fmla="*/ 1897264 w 6085831"/>
                <a:gd name="connsiteY227" fmla="*/ 108203 h 469876"/>
                <a:gd name="connsiteX228" fmla="*/ 1947105 w 6085831"/>
                <a:gd name="connsiteY228" fmla="*/ 27960 h 469876"/>
                <a:gd name="connsiteX229" fmla="*/ 1998192 w 6085831"/>
                <a:gd name="connsiteY229" fmla="*/ 5339 h 469876"/>
                <a:gd name="connsiteX230" fmla="*/ 2041154 w 6085831"/>
                <a:gd name="connsiteY230" fmla="*/ 606 h 469876"/>
                <a:gd name="connsiteX231" fmla="*/ 4707063 w 6085831"/>
                <a:gd name="connsiteY231" fmla="*/ 0 h 469876"/>
                <a:gd name="connsiteX232" fmla="*/ 4717387 w 6085831"/>
                <a:gd name="connsiteY232" fmla="*/ 0 h 469876"/>
                <a:gd name="connsiteX233" fmla="*/ 4873343 w 6085831"/>
                <a:gd name="connsiteY233" fmla="*/ 155956 h 469876"/>
                <a:gd name="connsiteX234" fmla="*/ 4873343 w 6085831"/>
                <a:gd name="connsiteY234" fmla="*/ 312596 h 469876"/>
                <a:gd name="connsiteX235" fmla="*/ 4717387 w 6085831"/>
                <a:gd name="connsiteY235" fmla="*/ 468552 h 469876"/>
                <a:gd name="connsiteX236" fmla="*/ 4707063 w 6085831"/>
                <a:gd name="connsiteY236" fmla="*/ 468552 h 469876"/>
                <a:gd name="connsiteX237" fmla="*/ 4551107 w 6085831"/>
                <a:gd name="connsiteY237" fmla="*/ 312596 h 469876"/>
                <a:gd name="connsiteX238" fmla="*/ 4551645 w 6085831"/>
                <a:gd name="connsiteY238" fmla="*/ 164044 h 469876"/>
                <a:gd name="connsiteX239" fmla="*/ 4707063 w 6085831"/>
                <a:gd name="connsiteY239" fmla="*/ 0 h 469876"/>
                <a:gd name="connsiteX240" fmla="*/ 496236 w 6085831"/>
                <a:gd name="connsiteY240" fmla="*/ 0 h 469876"/>
                <a:gd name="connsiteX241" fmla="*/ 506560 w 6085831"/>
                <a:gd name="connsiteY241" fmla="*/ 0 h 469876"/>
                <a:gd name="connsiteX242" fmla="*/ 662516 w 6085831"/>
                <a:gd name="connsiteY242" fmla="*/ 155956 h 469876"/>
                <a:gd name="connsiteX243" fmla="*/ 662516 w 6085831"/>
                <a:gd name="connsiteY243" fmla="*/ 312596 h 469876"/>
                <a:gd name="connsiteX244" fmla="*/ 506560 w 6085831"/>
                <a:gd name="connsiteY244" fmla="*/ 468552 h 469876"/>
                <a:gd name="connsiteX245" fmla="*/ 496236 w 6085831"/>
                <a:gd name="connsiteY245" fmla="*/ 468552 h 469876"/>
                <a:gd name="connsiteX246" fmla="*/ 340280 w 6085831"/>
                <a:gd name="connsiteY246" fmla="*/ 312596 h 469876"/>
                <a:gd name="connsiteX247" fmla="*/ 340819 w 6085831"/>
                <a:gd name="connsiteY247" fmla="*/ 164044 h 469876"/>
                <a:gd name="connsiteX248" fmla="*/ 496236 w 6085831"/>
                <a:gd name="connsiteY248" fmla="*/ 0 h 469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6085831" h="469876">
                  <a:moveTo>
                    <a:pt x="2425896" y="74820"/>
                  </a:moveTo>
                  <a:lnTo>
                    <a:pt x="2339468" y="318752"/>
                  </a:lnTo>
                  <a:lnTo>
                    <a:pt x="2511185" y="318752"/>
                  </a:lnTo>
                  <a:close/>
                  <a:moveTo>
                    <a:pt x="1491950" y="74820"/>
                  </a:moveTo>
                  <a:lnTo>
                    <a:pt x="1405522" y="318752"/>
                  </a:lnTo>
                  <a:lnTo>
                    <a:pt x="1577239" y="318752"/>
                  </a:lnTo>
                  <a:close/>
                  <a:moveTo>
                    <a:pt x="5814145" y="48622"/>
                  </a:moveTo>
                  <a:lnTo>
                    <a:pt x="5814145" y="421761"/>
                  </a:lnTo>
                  <a:lnTo>
                    <a:pt x="5928889" y="421761"/>
                  </a:lnTo>
                  <a:lnTo>
                    <a:pt x="5928889" y="421924"/>
                  </a:lnTo>
                  <a:lnTo>
                    <a:pt x="5935065" y="421240"/>
                  </a:lnTo>
                  <a:cubicBezTo>
                    <a:pt x="6036023" y="403938"/>
                    <a:pt x="6035423" y="328093"/>
                    <a:pt x="6035423" y="246113"/>
                  </a:cubicBezTo>
                  <a:lnTo>
                    <a:pt x="6035423" y="234744"/>
                  </a:lnTo>
                  <a:cubicBezTo>
                    <a:pt x="6035423" y="150563"/>
                    <a:pt x="6039259" y="62658"/>
                    <a:pt x="5935873" y="49835"/>
                  </a:cubicBezTo>
                  <a:lnTo>
                    <a:pt x="5928277" y="48622"/>
                  </a:lnTo>
                  <a:close/>
                  <a:moveTo>
                    <a:pt x="5024863" y="48621"/>
                  </a:moveTo>
                  <a:lnTo>
                    <a:pt x="5024863" y="217544"/>
                  </a:lnTo>
                  <a:lnTo>
                    <a:pt x="5158687" y="217544"/>
                  </a:lnTo>
                  <a:lnTo>
                    <a:pt x="5159459" y="217544"/>
                  </a:lnTo>
                  <a:cubicBezTo>
                    <a:pt x="5211083" y="212692"/>
                    <a:pt x="5240811" y="180942"/>
                    <a:pt x="5240811" y="135790"/>
                  </a:cubicBezTo>
                  <a:lnTo>
                    <a:pt x="5240003" y="129973"/>
                  </a:lnTo>
                  <a:cubicBezTo>
                    <a:pt x="5240003" y="83609"/>
                    <a:pt x="5207039" y="51452"/>
                    <a:pt x="5159459" y="48621"/>
                  </a:cubicBezTo>
                  <a:lnTo>
                    <a:pt x="5155393" y="48621"/>
                  </a:lnTo>
                  <a:close/>
                  <a:moveTo>
                    <a:pt x="3483477" y="48621"/>
                  </a:moveTo>
                  <a:lnTo>
                    <a:pt x="3483477" y="217544"/>
                  </a:lnTo>
                  <a:lnTo>
                    <a:pt x="3617301" y="217544"/>
                  </a:lnTo>
                  <a:lnTo>
                    <a:pt x="3618073" y="217544"/>
                  </a:lnTo>
                  <a:cubicBezTo>
                    <a:pt x="3669697" y="212692"/>
                    <a:pt x="3699425" y="180942"/>
                    <a:pt x="3699425" y="135790"/>
                  </a:cubicBezTo>
                  <a:lnTo>
                    <a:pt x="3698617" y="129973"/>
                  </a:lnTo>
                  <a:cubicBezTo>
                    <a:pt x="3698617" y="83609"/>
                    <a:pt x="3665653" y="51452"/>
                    <a:pt x="3618073" y="48621"/>
                  </a:cubicBezTo>
                  <a:lnTo>
                    <a:pt x="3614007" y="48621"/>
                  </a:lnTo>
                  <a:close/>
                  <a:moveTo>
                    <a:pt x="820386" y="48621"/>
                  </a:moveTo>
                  <a:lnTo>
                    <a:pt x="820386" y="217544"/>
                  </a:lnTo>
                  <a:lnTo>
                    <a:pt x="954211" y="217544"/>
                  </a:lnTo>
                  <a:lnTo>
                    <a:pt x="954984" y="217544"/>
                  </a:lnTo>
                  <a:cubicBezTo>
                    <a:pt x="1006606" y="212692"/>
                    <a:pt x="1036335" y="180942"/>
                    <a:pt x="1036335" y="135790"/>
                  </a:cubicBezTo>
                  <a:lnTo>
                    <a:pt x="1035526" y="129973"/>
                  </a:lnTo>
                  <a:cubicBezTo>
                    <a:pt x="1035526" y="83609"/>
                    <a:pt x="1002562" y="51452"/>
                    <a:pt x="954984" y="48621"/>
                  </a:cubicBezTo>
                  <a:lnTo>
                    <a:pt x="950917" y="48621"/>
                  </a:lnTo>
                  <a:close/>
                  <a:moveTo>
                    <a:pt x="4712731" y="43899"/>
                  </a:moveTo>
                  <a:cubicBezTo>
                    <a:pt x="4673617" y="44079"/>
                    <a:pt x="4603481" y="64364"/>
                    <a:pt x="4601863" y="167169"/>
                  </a:cubicBezTo>
                  <a:cubicBezTo>
                    <a:pt x="4601503" y="215577"/>
                    <a:pt x="4601683" y="257515"/>
                    <a:pt x="4601323" y="305923"/>
                  </a:cubicBezTo>
                  <a:cubicBezTo>
                    <a:pt x="4602401" y="379611"/>
                    <a:pt x="4650905" y="424339"/>
                    <a:pt x="4712731" y="424339"/>
                  </a:cubicBezTo>
                  <a:cubicBezTo>
                    <a:pt x="4774557" y="424339"/>
                    <a:pt x="4822913" y="382394"/>
                    <a:pt x="4824677" y="297835"/>
                  </a:cubicBezTo>
                  <a:cubicBezTo>
                    <a:pt x="4825593" y="253928"/>
                    <a:pt x="4823747" y="210006"/>
                    <a:pt x="4823599" y="166090"/>
                  </a:cubicBezTo>
                  <a:cubicBezTo>
                    <a:pt x="4823273" y="69849"/>
                    <a:pt x="4751843" y="43720"/>
                    <a:pt x="4712731" y="43899"/>
                  </a:cubicBezTo>
                  <a:close/>
                  <a:moveTo>
                    <a:pt x="501904" y="43899"/>
                  </a:moveTo>
                  <a:cubicBezTo>
                    <a:pt x="462792" y="44079"/>
                    <a:pt x="392654" y="64364"/>
                    <a:pt x="391037" y="167169"/>
                  </a:cubicBezTo>
                  <a:cubicBezTo>
                    <a:pt x="390677" y="215577"/>
                    <a:pt x="390857" y="257515"/>
                    <a:pt x="390497" y="305923"/>
                  </a:cubicBezTo>
                  <a:cubicBezTo>
                    <a:pt x="391576" y="379611"/>
                    <a:pt x="440078" y="424339"/>
                    <a:pt x="501904" y="424339"/>
                  </a:cubicBezTo>
                  <a:cubicBezTo>
                    <a:pt x="563730" y="424339"/>
                    <a:pt x="612087" y="382394"/>
                    <a:pt x="613850" y="297835"/>
                  </a:cubicBezTo>
                  <a:cubicBezTo>
                    <a:pt x="614766" y="253928"/>
                    <a:pt x="612921" y="210006"/>
                    <a:pt x="612772" y="166090"/>
                  </a:cubicBezTo>
                  <a:cubicBezTo>
                    <a:pt x="612447" y="69849"/>
                    <a:pt x="541017" y="43720"/>
                    <a:pt x="501904" y="43899"/>
                  </a:cubicBezTo>
                  <a:close/>
                  <a:moveTo>
                    <a:pt x="5765399" y="4836"/>
                  </a:moveTo>
                  <a:lnTo>
                    <a:pt x="5814145" y="4836"/>
                  </a:lnTo>
                  <a:lnTo>
                    <a:pt x="5928889" y="4836"/>
                  </a:lnTo>
                  <a:lnTo>
                    <a:pt x="5938427" y="4836"/>
                  </a:lnTo>
                  <a:cubicBezTo>
                    <a:pt x="6059499" y="14201"/>
                    <a:pt x="6092463" y="104258"/>
                    <a:pt x="6084779" y="232346"/>
                  </a:cubicBezTo>
                  <a:lnTo>
                    <a:pt x="6084779" y="247167"/>
                  </a:lnTo>
                  <a:cubicBezTo>
                    <a:pt x="6084779" y="370807"/>
                    <a:pt x="6065971" y="449360"/>
                    <a:pt x="5939237" y="465195"/>
                  </a:cubicBezTo>
                  <a:lnTo>
                    <a:pt x="5928889" y="465537"/>
                  </a:lnTo>
                  <a:lnTo>
                    <a:pt x="5928889" y="465547"/>
                  </a:lnTo>
                  <a:lnTo>
                    <a:pt x="5928579" y="465547"/>
                  </a:lnTo>
                  <a:lnTo>
                    <a:pt x="5928573" y="465547"/>
                  </a:lnTo>
                  <a:lnTo>
                    <a:pt x="5814145" y="465547"/>
                  </a:lnTo>
                  <a:lnTo>
                    <a:pt x="5765399" y="465547"/>
                  </a:lnTo>
                  <a:close/>
                  <a:moveTo>
                    <a:pt x="5391729" y="4835"/>
                  </a:moveTo>
                  <a:lnTo>
                    <a:pt x="5440475" y="4835"/>
                  </a:lnTo>
                  <a:lnTo>
                    <a:pt x="5440475" y="421759"/>
                  </a:lnTo>
                  <a:lnTo>
                    <a:pt x="5674681" y="421759"/>
                  </a:lnTo>
                  <a:lnTo>
                    <a:pt x="5674681" y="465545"/>
                  </a:lnTo>
                  <a:lnTo>
                    <a:pt x="5440475" y="465545"/>
                  </a:lnTo>
                  <a:lnTo>
                    <a:pt x="5434593" y="465545"/>
                  </a:lnTo>
                  <a:lnTo>
                    <a:pt x="5391729" y="465545"/>
                  </a:lnTo>
                  <a:close/>
                  <a:moveTo>
                    <a:pt x="4976117" y="4835"/>
                  </a:moveTo>
                  <a:lnTo>
                    <a:pt x="5024863" y="4835"/>
                  </a:lnTo>
                  <a:lnTo>
                    <a:pt x="5158687" y="4835"/>
                  </a:lnTo>
                  <a:lnTo>
                    <a:pt x="5158687" y="5351"/>
                  </a:lnTo>
                  <a:lnTo>
                    <a:pt x="5165249" y="5351"/>
                  </a:lnTo>
                  <a:cubicBezTo>
                    <a:pt x="5240221" y="9395"/>
                    <a:pt x="5288551" y="60555"/>
                    <a:pt x="5288551" y="128653"/>
                  </a:cubicBezTo>
                  <a:lnTo>
                    <a:pt x="5288551" y="136815"/>
                  </a:lnTo>
                  <a:cubicBezTo>
                    <a:pt x="5288551" y="196401"/>
                    <a:pt x="5251239" y="242089"/>
                    <a:pt x="5192497" y="255289"/>
                  </a:cubicBezTo>
                  <a:lnTo>
                    <a:pt x="5188391" y="255851"/>
                  </a:lnTo>
                  <a:lnTo>
                    <a:pt x="5298631" y="465545"/>
                  </a:lnTo>
                  <a:lnTo>
                    <a:pt x="5240369" y="465545"/>
                  </a:lnTo>
                  <a:lnTo>
                    <a:pt x="5135989" y="261330"/>
                  </a:lnTo>
                  <a:lnTo>
                    <a:pt x="5024863" y="261330"/>
                  </a:lnTo>
                  <a:lnTo>
                    <a:pt x="5024863" y="465545"/>
                  </a:lnTo>
                  <a:lnTo>
                    <a:pt x="4976117" y="465545"/>
                  </a:lnTo>
                  <a:close/>
                  <a:moveTo>
                    <a:pt x="3434731" y="4835"/>
                  </a:moveTo>
                  <a:lnTo>
                    <a:pt x="3483477" y="4835"/>
                  </a:lnTo>
                  <a:lnTo>
                    <a:pt x="3617301" y="4835"/>
                  </a:lnTo>
                  <a:lnTo>
                    <a:pt x="3617301" y="5351"/>
                  </a:lnTo>
                  <a:lnTo>
                    <a:pt x="3623863" y="5351"/>
                  </a:lnTo>
                  <a:cubicBezTo>
                    <a:pt x="3698835" y="9395"/>
                    <a:pt x="3747165" y="60555"/>
                    <a:pt x="3747165" y="128653"/>
                  </a:cubicBezTo>
                  <a:lnTo>
                    <a:pt x="3747165" y="136815"/>
                  </a:lnTo>
                  <a:cubicBezTo>
                    <a:pt x="3747165" y="196401"/>
                    <a:pt x="3709853" y="242089"/>
                    <a:pt x="3651111" y="255289"/>
                  </a:cubicBezTo>
                  <a:lnTo>
                    <a:pt x="3647005" y="255851"/>
                  </a:lnTo>
                  <a:lnTo>
                    <a:pt x="3757245" y="465545"/>
                  </a:lnTo>
                  <a:lnTo>
                    <a:pt x="3698983" y="465545"/>
                  </a:lnTo>
                  <a:lnTo>
                    <a:pt x="3594603" y="261330"/>
                  </a:lnTo>
                  <a:lnTo>
                    <a:pt x="3483477" y="261330"/>
                  </a:lnTo>
                  <a:lnTo>
                    <a:pt x="3483477" y="465545"/>
                  </a:lnTo>
                  <a:lnTo>
                    <a:pt x="3434731" y="465545"/>
                  </a:lnTo>
                  <a:close/>
                  <a:moveTo>
                    <a:pt x="3062719" y="4835"/>
                  </a:moveTo>
                  <a:lnTo>
                    <a:pt x="3111465" y="4835"/>
                  </a:lnTo>
                  <a:lnTo>
                    <a:pt x="3348437" y="4835"/>
                  </a:lnTo>
                  <a:lnTo>
                    <a:pt x="3348437" y="48621"/>
                  </a:lnTo>
                  <a:lnTo>
                    <a:pt x="3111465" y="48621"/>
                  </a:lnTo>
                  <a:lnTo>
                    <a:pt x="3111465" y="211054"/>
                  </a:lnTo>
                  <a:lnTo>
                    <a:pt x="3313659" y="211054"/>
                  </a:lnTo>
                  <a:lnTo>
                    <a:pt x="3313659" y="254840"/>
                  </a:lnTo>
                  <a:lnTo>
                    <a:pt x="3111465" y="254840"/>
                  </a:lnTo>
                  <a:lnTo>
                    <a:pt x="3111465" y="421759"/>
                  </a:lnTo>
                  <a:lnTo>
                    <a:pt x="3348437" y="421759"/>
                  </a:lnTo>
                  <a:lnTo>
                    <a:pt x="3348437" y="465545"/>
                  </a:lnTo>
                  <a:lnTo>
                    <a:pt x="3111465" y="465545"/>
                  </a:lnTo>
                  <a:lnTo>
                    <a:pt x="3108350" y="465545"/>
                  </a:lnTo>
                  <a:lnTo>
                    <a:pt x="3062719" y="465545"/>
                  </a:lnTo>
                  <a:close/>
                  <a:moveTo>
                    <a:pt x="2686079" y="4835"/>
                  </a:moveTo>
                  <a:lnTo>
                    <a:pt x="2734825" y="4835"/>
                  </a:lnTo>
                  <a:lnTo>
                    <a:pt x="2971797" y="4835"/>
                  </a:lnTo>
                  <a:lnTo>
                    <a:pt x="2971797" y="48621"/>
                  </a:lnTo>
                  <a:lnTo>
                    <a:pt x="2734825" y="48621"/>
                  </a:lnTo>
                  <a:lnTo>
                    <a:pt x="2734825" y="218352"/>
                  </a:lnTo>
                  <a:lnTo>
                    <a:pt x="2937019" y="218352"/>
                  </a:lnTo>
                  <a:lnTo>
                    <a:pt x="2937019" y="262138"/>
                  </a:lnTo>
                  <a:lnTo>
                    <a:pt x="2734825" y="262138"/>
                  </a:lnTo>
                  <a:lnTo>
                    <a:pt x="2734825" y="465545"/>
                  </a:lnTo>
                  <a:lnTo>
                    <a:pt x="2686079" y="465545"/>
                  </a:lnTo>
                  <a:close/>
                  <a:moveTo>
                    <a:pt x="2404270" y="4835"/>
                  </a:moveTo>
                  <a:lnTo>
                    <a:pt x="2446219" y="4835"/>
                  </a:lnTo>
                  <a:lnTo>
                    <a:pt x="2446220" y="4835"/>
                  </a:lnTo>
                  <a:lnTo>
                    <a:pt x="2448491" y="11049"/>
                  </a:lnTo>
                  <a:lnTo>
                    <a:pt x="2614619" y="465545"/>
                  </a:lnTo>
                  <a:lnTo>
                    <a:pt x="2562510" y="465545"/>
                  </a:lnTo>
                  <a:lnTo>
                    <a:pt x="2526047" y="361259"/>
                  </a:lnTo>
                  <a:lnTo>
                    <a:pt x="2324408" y="361259"/>
                  </a:lnTo>
                  <a:lnTo>
                    <a:pt x="2287458" y="465545"/>
                  </a:lnTo>
                  <a:lnTo>
                    <a:pt x="2235398" y="465545"/>
                  </a:lnTo>
                  <a:lnTo>
                    <a:pt x="2403683" y="6435"/>
                  </a:lnTo>
                  <a:close/>
                  <a:moveTo>
                    <a:pt x="1470324" y="4835"/>
                  </a:moveTo>
                  <a:lnTo>
                    <a:pt x="1512273" y="4835"/>
                  </a:lnTo>
                  <a:lnTo>
                    <a:pt x="1512274" y="4835"/>
                  </a:lnTo>
                  <a:lnTo>
                    <a:pt x="1514545" y="11049"/>
                  </a:lnTo>
                  <a:lnTo>
                    <a:pt x="1680673" y="465545"/>
                  </a:lnTo>
                  <a:lnTo>
                    <a:pt x="1628564" y="465545"/>
                  </a:lnTo>
                  <a:lnTo>
                    <a:pt x="1592101" y="361259"/>
                  </a:lnTo>
                  <a:lnTo>
                    <a:pt x="1390462" y="361259"/>
                  </a:lnTo>
                  <a:lnTo>
                    <a:pt x="1353512" y="465545"/>
                  </a:lnTo>
                  <a:lnTo>
                    <a:pt x="1301452" y="465545"/>
                  </a:lnTo>
                  <a:lnTo>
                    <a:pt x="1469737" y="6435"/>
                  </a:lnTo>
                  <a:close/>
                  <a:moveTo>
                    <a:pt x="771640" y="4835"/>
                  </a:moveTo>
                  <a:lnTo>
                    <a:pt x="820386" y="4835"/>
                  </a:lnTo>
                  <a:lnTo>
                    <a:pt x="954211" y="4835"/>
                  </a:lnTo>
                  <a:lnTo>
                    <a:pt x="954211" y="5351"/>
                  </a:lnTo>
                  <a:lnTo>
                    <a:pt x="960772" y="5351"/>
                  </a:lnTo>
                  <a:cubicBezTo>
                    <a:pt x="1035745" y="9395"/>
                    <a:pt x="1084074" y="60555"/>
                    <a:pt x="1084074" y="128653"/>
                  </a:cubicBezTo>
                  <a:lnTo>
                    <a:pt x="1084074" y="136815"/>
                  </a:lnTo>
                  <a:cubicBezTo>
                    <a:pt x="1084074" y="196401"/>
                    <a:pt x="1046762" y="242089"/>
                    <a:pt x="988021" y="255289"/>
                  </a:cubicBezTo>
                  <a:lnTo>
                    <a:pt x="983914" y="255851"/>
                  </a:lnTo>
                  <a:lnTo>
                    <a:pt x="1094154" y="465545"/>
                  </a:lnTo>
                  <a:lnTo>
                    <a:pt x="1035892" y="465545"/>
                  </a:lnTo>
                  <a:lnTo>
                    <a:pt x="931513" y="261330"/>
                  </a:lnTo>
                  <a:lnTo>
                    <a:pt x="820386" y="261330"/>
                  </a:lnTo>
                  <a:lnTo>
                    <a:pt x="820386" y="465545"/>
                  </a:lnTo>
                  <a:lnTo>
                    <a:pt x="771640" y="465545"/>
                  </a:lnTo>
                  <a:close/>
                  <a:moveTo>
                    <a:pt x="0" y="4835"/>
                  </a:moveTo>
                  <a:lnTo>
                    <a:pt x="48746" y="4835"/>
                  </a:lnTo>
                  <a:lnTo>
                    <a:pt x="285718" y="4835"/>
                  </a:lnTo>
                  <a:lnTo>
                    <a:pt x="285718" y="48621"/>
                  </a:lnTo>
                  <a:lnTo>
                    <a:pt x="48746" y="48621"/>
                  </a:lnTo>
                  <a:lnTo>
                    <a:pt x="48746" y="218352"/>
                  </a:lnTo>
                  <a:lnTo>
                    <a:pt x="250940" y="218352"/>
                  </a:lnTo>
                  <a:lnTo>
                    <a:pt x="250940" y="262138"/>
                  </a:lnTo>
                  <a:lnTo>
                    <a:pt x="48746" y="262138"/>
                  </a:lnTo>
                  <a:lnTo>
                    <a:pt x="48746" y="465545"/>
                  </a:lnTo>
                  <a:lnTo>
                    <a:pt x="0" y="465545"/>
                  </a:lnTo>
                  <a:close/>
                  <a:moveTo>
                    <a:pt x="3958459" y="4745"/>
                  </a:moveTo>
                  <a:lnTo>
                    <a:pt x="4010427" y="4745"/>
                  </a:lnTo>
                  <a:lnTo>
                    <a:pt x="4101179" y="373571"/>
                  </a:lnTo>
                  <a:lnTo>
                    <a:pt x="4193451" y="38549"/>
                  </a:lnTo>
                  <a:lnTo>
                    <a:pt x="4201593" y="8980"/>
                  </a:lnTo>
                  <a:lnTo>
                    <a:pt x="4202755" y="4761"/>
                  </a:lnTo>
                  <a:lnTo>
                    <a:pt x="4235167" y="4761"/>
                  </a:lnTo>
                  <a:lnTo>
                    <a:pt x="4240517" y="4761"/>
                  </a:lnTo>
                  <a:lnTo>
                    <a:pt x="4246787" y="4761"/>
                  </a:lnTo>
                  <a:lnTo>
                    <a:pt x="4248741" y="11859"/>
                  </a:lnTo>
                  <a:lnTo>
                    <a:pt x="4248477" y="12799"/>
                  </a:lnTo>
                  <a:lnTo>
                    <a:pt x="4255569" y="38549"/>
                  </a:lnTo>
                  <a:lnTo>
                    <a:pt x="4347627" y="372791"/>
                  </a:lnTo>
                  <a:lnTo>
                    <a:pt x="4438187" y="4745"/>
                  </a:lnTo>
                  <a:lnTo>
                    <a:pt x="4490153" y="4745"/>
                  </a:lnTo>
                  <a:lnTo>
                    <a:pt x="4372511" y="463141"/>
                  </a:lnTo>
                  <a:lnTo>
                    <a:pt x="4373173" y="465545"/>
                  </a:lnTo>
                  <a:lnTo>
                    <a:pt x="4326895" y="465545"/>
                  </a:lnTo>
                  <a:lnTo>
                    <a:pt x="4324805" y="465545"/>
                  </a:lnTo>
                  <a:lnTo>
                    <a:pt x="4325783" y="461570"/>
                  </a:lnTo>
                  <a:lnTo>
                    <a:pt x="4296003" y="355117"/>
                  </a:lnTo>
                  <a:cubicBezTo>
                    <a:pt x="4279717" y="296724"/>
                    <a:pt x="4263373" y="237934"/>
                    <a:pt x="4247059" y="179343"/>
                  </a:cubicBezTo>
                  <a:lnTo>
                    <a:pt x="4224443" y="98394"/>
                  </a:lnTo>
                  <a:lnTo>
                    <a:pt x="4122661" y="460881"/>
                  </a:lnTo>
                  <a:lnTo>
                    <a:pt x="4123809" y="465545"/>
                  </a:lnTo>
                  <a:lnTo>
                    <a:pt x="4121351" y="465545"/>
                  </a:lnTo>
                  <a:lnTo>
                    <a:pt x="4075847" y="465545"/>
                  </a:lnTo>
                  <a:lnTo>
                    <a:pt x="4076299" y="463905"/>
                  </a:lnTo>
                  <a:close/>
                  <a:moveTo>
                    <a:pt x="2041154" y="606"/>
                  </a:moveTo>
                  <a:cubicBezTo>
                    <a:pt x="2056349" y="359"/>
                    <a:pt x="2072294" y="1572"/>
                    <a:pt x="2088613" y="4631"/>
                  </a:cubicBezTo>
                  <a:cubicBezTo>
                    <a:pt x="2121250" y="10749"/>
                    <a:pt x="2155637" y="28410"/>
                    <a:pt x="2179456" y="51753"/>
                  </a:cubicBezTo>
                  <a:lnTo>
                    <a:pt x="2149031" y="82816"/>
                  </a:lnTo>
                  <a:cubicBezTo>
                    <a:pt x="2140171" y="75943"/>
                    <a:pt x="2113015" y="55262"/>
                    <a:pt x="2089902" y="49338"/>
                  </a:cubicBezTo>
                  <a:cubicBezTo>
                    <a:pt x="2066790" y="43414"/>
                    <a:pt x="2035311" y="41538"/>
                    <a:pt x="2010356" y="47271"/>
                  </a:cubicBezTo>
                  <a:cubicBezTo>
                    <a:pt x="1961313" y="58538"/>
                    <a:pt x="1950824" y="89080"/>
                    <a:pt x="1945875" y="109092"/>
                  </a:cubicBezTo>
                  <a:cubicBezTo>
                    <a:pt x="1940927" y="129104"/>
                    <a:pt x="1942695" y="157841"/>
                    <a:pt x="1961254" y="179474"/>
                  </a:cubicBezTo>
                  <a:cubicBezTo>
                    <a:pt x="1970128" y="189817"/>
                    <a:pt x="1993388" y="198637"/>
                    <a:pt x="2016102" y="205119"/>
                  </a:cubicBezTo>
                  <a:cubicBezTo>
                    <a:pt x="2038816" y="211602"/>
                    <a:pt x="2073552" y="213407"/>
                    <a:pt x="2097538" y="218369"/>
                  </a:cubicBezTo>
                  <a:cubicBezTo>
                    <a:pt x="2177050" y="234818"/>
                    <a:pt x="2196293" y="288784"/>
                    <a:pt x="2199589" y="323221"/>
                  </a:cubicBezTo>
                  <a:cubicBezTo>
                    <a:pt x="2202884" y="357658"/>
                    <a:pt x="2193276" y="391877"/>
                    <a:pt x="2175544" y="415287"/>
                  </a:cubicBezTo>
                  <a:cubicBezTo>
                    <a:pt x="2157812" y="438696"/>
                    <a:pt x="2127442" y="456064"/>
                    <a:pt x="2093197" y="463679"/>
                  </a:cubicBezTo>
                  <a:cubicBezTo>
                    <a:pt x="2058951" y="471294"/>
                    <a:pt x="2012248" y="473487"/>
                    <a:pt x="1970071" y="460977"/>
                  </a:cubicBezTo>
                  <a:cubicBezTo>
                    <a:pt x="1927894" y="448468"/>
                    <a:pt x="1892569" y="421821"/>
                    <a:pt x="1883810" y="408031"/>
                  </a:cubicBezTo>
                  <a:lnTo>
                    <a:pt x="1916305" y="375403"/>
                  </a:lnTo>
                  <a:cubicBezTo>
                    <a:pt x="1932942" y="391540"/>
                    <a:pt x="1951342" y="405436"/>
                    <a:pt x="1978754" y="415726"/>
                  </a:cubicBezTo>
                  <a:cubicBezTo>
                    <a:pt x="2007451" y="426499"/>
                    <a:pt x="2063835" y="427861"/>
                    <a:pt x="2086063" y="420630"/>
                  </a:cubicBezTo>
                  <a:cubicBezTo>
                    <a:pt x="2108291" y="413400"/>
                    <a:pt x="2152869" y="395917"/>
                    <a:pt x="2150946" y="338373"/>
                  </a:cubicBezTo>
                  <a:cubicBezTo>
                    <a:pt x="2148007" y="250467"/>
                    <a:pt x="2066791" y="264774"/>
                    <a:pt x="2001684" y="249873"/>
                  </a:cubicBezTo>
                  <a:cubicBezTo>
                    <a:pt x="1968558" y="242291"/>
                    <a:pt x="1944476" y="232508"/>
                    <a:pt x="1923956" y="211548"/>
                  </a:cubicBezTo>
                  <a:cubicBezTo>
                    <a:pt x="1898465" y="185510"/>
                    <a:pt x="1892322" y="139460"/>
                    <a:pt x="1897264" y="108203"/>
                  </a:cubicBezTo>
                  <a:cubicBezTo>
                    <a:pt x="1902170" y="77180"/>
                    <a:pt x="1914171" y="48942"/>
                    <a:pt x="1947105" y="27960"/>
                  </a:cubicBezTo>
                  <a:cubicBezTo>
                    <a:pt x="1963630" y="17003"/>
                    <a:pt x="1974071" y="10371"/>
                    <a:pt x="1998192" y="5339"/>
                  </a:cubicBezTo>
                  <a:cubicBezTo>
                    <a:pt x="2011513" y="2559"/>
                    <a:pt x="2025959" y="853"/>
                    <a:pt x="2041154" y="606"/>
                  </a:cubicBezTo>
                  <a:close/>
                  <a:moveTo>
                    <a:pt x="4707063" y="0"/>
                  </a:moveTo>
                  <a:lnTo>
                    <a:pt x="4717387" y="0"/>
                  </a:lnTo>
                  <a:cubicBezTo>
                    <a:pt x="4803519" y="0"/>
                    <a:pt x="4873343" y="69824"/>
                    <a:pt x="4873343" y="155956"/>
                  </a:cubicBezTo>
                  <a:lnTo>
                    <a:pt x="4873343" y="312596"/>
                  </a:lnTo>
                  <a:cubicBezTo>
                    <a:pt x="4873343" y="398728"/>
                    <a:pt x="4803519" y="468552"/>
                    <a:pt x="4717387" y="468552"/>
                  </a:cubicBezTo>
                  <a:lnTo>
                    <a:pt x="4707063" y="468552"/>
                  </a:lnTo>
                  <a:cubicBezTo>
                    <a:pt x="4620931" y="468552"/>
                    <a:pt x="4551107" y="398728"/>
                    <a:pt x="4551107" y="312596"/>
                  </a:cubicBezTo>
                  <a:cubicBezTo>
                    <a:pt x="4551107" y="260383"/>
                    <a:pt x="4551645" y="216257"/>
                    <a:pt x="4551645" y="164044"/>
                  </a:cubicBezTo>
                  <a:cubicBezTo>
                    <a:pt x="4553803" y="67667"/>
                    <a:pt x="4611765" y="5931"/>
                    <a:pt x="4707063" y="0"/>
                  </a:cubicBezTo>
                  <a:close/>
                  <a:moveTo>
                    <a:pt x="496236" y="0"/>
                  </a:moveTo>
                  <a:lnTo>
                    <a:pt x="506560" y="0"/>
                  </a:lnTo>
                  <a:cubicBezTo>
                    <a:pt x="592693" y="0"/>
                    <a:pt x="662516" y="69824"/>
                    <a:pt x="662516" y="155956"/>
                  </a:cubicBezTo>
                  <a:lnTo>
                    <a:pt x="662516" y="312596"/>
                  </a:lnTo>
                  <a:cubicBezTo>
                    <a:pt x="662516" y="398728"/>
                    <a:pt x="592693" y="468552"/>
                    <a:pt x="506560" y="468552"/>
                  </a:cubicBezTo>
                  <a:lnTo>
                    <a:pt x="496236" y="468552"/>
                  </a:lnTo>
                  <a:cubicBezTo>
                    <a:pt x="410104" y="468552"/>
                    <a:pt x="340280" y="398728"/>
                    <a:pt x="340280" y="312596"/>
                  </a:cubicBezTo>
                  <a:cubicBezTo>
                    <a:pt x="340280" y="260383"/>
                    <a:pt x="340819" y="216257"/>
                    <a:pt x="340819" y="164044"/>
                  </a:cubicBezTo>
                  <a:cubicBezTo>
                    <a:pt x="342976" y="67667"/>
                    <a:pt x="400938" y="5931"/>
                    <a:pt x="496236" y="0"/>
                  </a:cubicBezTo>
                  <a:close/>
                </a:path>
              </a:pathLst>
            </a:custGeom>
            <a:grpFill/>
          </p:spPr>
          <p:txBody>
            <a:bodyPr wrap="square" rtlCol="0" anchor="ctr">
              <a:noAutofit/>
            </a:bodyPr>
            <a:lstStyle/>
            <a:p>
              <a:pPr algn="ctr">
                <a:buNone/>
              </a:pPr>
              <a:endParaRPr lang="en-GB" sz="1200">
                <a:solidFill>
                  <a:schemeClr val="tx2"/>
                </a:solidFill>
                <a:latin typeface="+mn-lt"/>
              </a:endParaRPr>
            </a:p>
          </p:txBody>
        </p:sp>
        <p:sp>
          <p:nvSpPr>
            <p:cNvPr id="31" name="Freihandform: Form 16">
              <a:extLst>
                <a:ext uri="{FF2B5EF4-FFF2-40B4-BE49-F238E27FC236}">
                  <a16:creationId xmlns:a16="http://schemas.microsoft.com/office/drawing/2014/main" id="{6D398777-083D-5DEE-3F27-BB2D35BF6D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480658" y="3564296"/>
              <a:ext cx="10339200" cy="1795153"/>
            </a:xfrm>
            <a:custGeom>
              <a:avLst/>
              <a:gdLst>
                <a:gd name="connsiteX0" fmla="*/ 4196821 w 11362354"/>
                <a:gd name="connsiteY0" fmla="*/ 1846406 h 1972800"/>
                <a:gd name="connsiteX1" fmla="*/ 4515841 w 11362354"/>
                <a:gd name="connsiteY1" fmla="*/ 1846406 h 1972800"/>
                <a:gd name="connsiteX2" fmla="*/ 4302401 w 11362354"/>
                <a:gd name="connsiteY2" fmla="*/ 1972800 h 1972800"/>
                <a:gd name="connsiteX3" fmla="*/ 4276590 w 11362354"/>
                <a:gd name="connsiteY3" fmla="*/ 1972800 h 1972800"/>
                <a:gd name="connsiteX4" fmla="*/ 10408772 w 11362354"/>
                <a:gd name="connsiteY4" fmla="*/ 1547682 h 1972800"/>
                <a:gd name="connsiteX5" fmla="*/ 11236685 w 11362354"/>
                <a:gd name="connsiteY5" fmla="*/ 1547682 h 1972800"/>
                <a:gd name="connsiteX6" fmla="*/ 11013744 w 11362354"/>
                <a:gd name="connsiteY6" fmla="*/ 1726479 h 1972800"/>
                <a:gd name="connsiteX7" fmla="*/ 10702056 w 11362354"/>
                <a:gd name="connsiteY7" fmla="*/ 1776200 h 1972800"/>
                <a:gd name="connsiteX8" fmla="*/ 10408772 w 11362354"/>
                <a:gd name="connsiteY8" fmla="*/ 1703049 h 1972800"/>
                <a:gd name="connsiteX9" fmla="*/ 9781432 w 11362354"/>
                <a:gd name="connsiteY9" fmla="*/ 1544408 h 1972800"/>
                <a:gd name="connsiteX10" fmla="*/ 10286039 w 11362354"/>
                <a:gd name="connsiteY10" fmla="*/ 1544408 h 1972800"/>
                <a:gd name="connsiteX11" fmla="*/ 10286039 w 11362354"/>
                <a:gd name="connsiteY11" fmla="*/ 1763438 h 1972800"/>
                <a:gd name="connsiteX12" fmla="*/ 9781432 w 11362354"/>
                <a:gd name="connsiteY12" fmla="*/ 1763438 h 1972800"/>
                <a:gd name="connsiteX13" fmla="*/ 8877431 w 11362354"/>
                <a:gd name="connsiteY13" fmla="*/ 1544408 h 1972800"/>
                <a:gd name="connsiteX14" fmla="*/ 9382033 w 11362354"/>
                <a:gd name="connsiteY14" fmla="*/ 1544408 h 1972800"/>
                <a:gd name="connsiteX15" fmla="*/ 9382033 w 11362354"/>
                <a:gd name="connsiteY15" fmla="*/ 1763438 h 1972800"/>
                <a:gd name="connsiteX16" fmla="*/ 8877431 w 11362354"/>
                <a:gd name="connsiteY16" fmla="*/ 1763438 h 1972800"/>
                <a:gd name="connsiteX17" fmla="*/ 7955283 w 11362354"/>
                <a:gd name="connsiteY17" fmla="*/ 1544408 h 1972800"/>
                <a:gd name="connsiteX18" fmla="*/ 8501703 w 11362354"/>
                <a:gd name="connsiteY18" fmla="*/ 1544408 h 1972800"/>
                <a:gd name="connsiteX19" fmla="*/ 8501703 w 11362354"/>
                <a:gd name="connsiteY19" fmla="*/ 1763438 h 1972800"/>
                <a:gd name="connsiteX20" fmla="*/ 8046371 w 11362354"/>
                <a:gd name="connsiteY20" fmla="*/ 1763438 h 1972800"/>
                <a:gd name="connsiteX21" fmla="*/ 7193139 w 11362354"/>
                <a:gd name="connsiteY21" fmla="*/ 1544408 h 1972800"/>
                <a:gd name="connsiteX22" fmla="*/ 7648159 w 11362354"/>
                <a:gd name="connsiteY22" fmla="*/ 1544408 h 1972800"/>
                <a:gd name="connsiteX23" fmla="*/ 7648159 w 11362354"/>
                <a:gd name="connsiteY23" fmla="*/ 1763438 h 1972800"/>
                <a:gd name="connsiteX24" fmla="*/ 7193139 w 11362354"/>
                <a:gd name="connsiteY24" fmla="*/ 1763438 h 1972800"/>
                <a:gd name="connsiteX25" fmla="*/ 6188669 w 11362354"/>
                <a:gd name="connsiteY25" fmla="*/ 1544408 h 1972800"/>
                <a:gd name="connsiteX26" fmla="*/ 7080275 w 11362354"/>
                <a:gd name="connsiteY26" fmla="*/ 1544408 h 1972800"/>
                <a:gd name="connsiteX27" fmla="*/ 7080275 w 11362354"/>
                <a:gd name="connsiteY27" fmla="*/ 1763438 h 1972800"/>
                <a:gd name="connsiteX28" fmla="*/ 6188669 w 11362354"/>
                <a:gd name="connsiteY28" fmla="*/ 1763438 h 1972800"/>
                <a:gd name="connsiteX29" fmla="*/ 4886266 w 11362354"/>
                <a:gd name="connsiteY29" fmla="*/ 1544408 h 1972800"/>
                <a:gd name="connsiteX30" fmla="*/ 5979839 w 11362354"/>
                <a:gd name="connsiteY30" fmla="*/ 1544408 h 1972800"/>
                <a:gd name="connsiteX31" fmla="*/ 5557257 w 11362354"/>
                <a:gd name="connsiteY31" fmla="*/ 1763438 h 1972800"/>
                <a:gd name="connsiteX32" fmla="*/ 5308843 w 11362354"/>
                <a:gd name="connsiteY32" fmla="*/ 1763438 h 1972800"/>
                <a:gd name="connsiteX33" fmla="*/ 4886266 w 11362354"/>
                <a:gd name="connsiteY33" fmla="*/ 1544408 h 1972800"/>
                <a:gd name="connsiteX34" fmla="*/ 2285298 w 11362354"/>
                <a:gd name="connsiteY34" fmla="*/ 1544408 h 1972800"/>
                <a:gd name="connsiteX35" fmla="*/ 3183254 w 11362354"/>
                <a:gd name="connsiteY35" fmla="*/ 1544408 h 1972800"/>
                <a:gd name="connsiteX36" fmla="*/ 3183254 w 11362354"/>
                <a:gd name="connsiteY36" fmla="*/ 1763438 h 1972800"/>
                <a:gd name="connsiteX37" fmla="*/ 2285298 w 11362354"/>
                <a:gd name="connsiteY37" fmla="*/ 1763438 h 1972800"/>
                <a:gd name="connsiteX38" fmla="*/ 1699767 w 11362354"/>
                <a:gd name="connsiteY38" fmla="*/ 1544408 h 1972800"/>
                <a:gd name="connsiteX39" fmla="*/ 2161050 w 11362354"/>
                <a:gd name="connsiteY39" fmla="*/ 1544408 h 1972800"/>
                <a:gd name="connsiteX40" fmla="*/ 2265828 w 11362354"/>
                <a:gd name="connsiteY40" fmla="*/ 1763438 h 1972800"/>
                <a:gd name="connsiteX41" fmla="*/ 1796468 w 11362354"/>
                <a:gd name="connsiteY41" fmla="*/ 1763438 h 1972800"/>
                <a:gd name="connsiteX42" fmla="*/ 985097 w 11362354"/>
                <a:gd name="connsiteY42" fmla="*/ 1544408 h 1972800"/>
                <a:gd name="connsiteX43" fmla="*/ 1468672 w 11362354"/>
                <a:gd name="connsiteY43" fmla="*/ 1544408 h 1972800"/>
                <a:gd name="connsiteX44" fmla="*/ 1468672 w 11362354"/>
                <a:gd name="connsiteY44" fmla="*/ 1763438 h 1972800"/>
                <a:gd name="connsiteX45" fmla="*/ 985097 w 11362354"/>
                <a:gd name="connsiteY45" fmla="*/ 1763438 h 1972800"/>
                <a:gd name="connsiteX46" fmla="*/ 0 w 11362354"/>
                <a:gd name="connsiteY46" fmla="*/ 1544408 h 1972800"/>
                <a:gd name="connsiteX47" fmla="*/ 506025 w 11362354"/>
                <a:gd name="connsiteY47" fmla="*/ 1544408 h 1972800"/>
                <a:gd name="connsiteX48" fmla="*/ 506025 w 11362354"/>
                <a:gd name="connsiteY48" fmla="*/ 1763438 h 1972800"/>
                <a:gd name="connsiteX49" fmla="*/ 498505 w 11362354"/>
                <a:gd name="connsiteY49" fmla="*/ 1763438 h 1972800"/>
                <a:gd name="connsiteX50" fmla="*/ 7520 w 11362354"/>
                <a:gd name="connsiteY50" fmla="*/ 1763438 h 1972800"/>
                <a:gd name="connsiteX51" fmla="*/ 0 w 11362354"/>
                <a:gd name="connsiteY51" fmla="*/ 1763438 h 1972800"/>
                <a:gd name="connsiteX52" fmla="*/ 3478763 w 11362354"/>
                <a:gd name="connsiteY52" fmla="*/ 1544407 h 1972800"/>
                <a:gd name="connsiteX53" fmla="*/ 4486152 w 11362354"/>
                <a:gd name="connsiteY53" fmla="*/ 1544407 h 1972800"/>
                <a:gd name="connsiteX54" fmla="*/ 4479313 w 11362354"/>
                <a:gd name="connsiteY54" fmla="*/ 1555187 h 1972800"/>
                <a:gd name="connsiteX55" fmla="*/ 4654042 w 11362354"/>
                <a:gd name="connsiteY55" fmla="*/ 1763437 h 1972800"/>
                <a:gd name="connsiteX56" fmla="*/ 3697470 w 11362354"/>
                <a:gd name="connsiteY56" fmla="*/ 1763437 h 1972800"/>
                <a:gd name="connsiteX57" fmla="*/ 3478763 w 11362354"/>
                <a:gd name="connsiteY57" fmla="*/ 1544407 h 1972800"/>
                <a:gd name="connsiteX58" fmla="*/ 10408772 w 11362354"/>
                <a:gd name="connsiteY58" fmla="*/ 1290902 h 1972800"/>
                <a:gd name="connsiteX59" fmla="*/ 10568570 w 11362354"/>
                <a:gd name="connsiteY59" fmla="*/ 1290902 h 1972800"/>
                <a:gd name="connsiteX60" fmla="*/ 10590729 w 11362354"/>
                <a:gd name="connsiteY60" fmla="*/ 1313870 h 1972800"/>
                <a:gd name="connsiteX61" fmla="*/ 10721250 w 11362354"/>
                <a:gd name="connsiteY61" fmla="*/ 1365562 h 1972800"/>
                <a:gd name="connsiteX62" fmla="*/ 10855315 w 11362354"/>
                <a:gd name="connsiteY62" fmla="*/ 1290902 h 1972800"/>
                <a:gd name="connsiteX63" fmla="*/ 11214890 w 11362354"/>
                <a:gd name="connsiteY63" fmla="*/ 1290902 h 1972800"/>
                <a:gd name="connsiteX64" fmla="*/ 11346112 w 11362354"/>
                <a:gd name="connsiteY64" fmla="*/ 1290902 h 1972800"/>
                <a:gd name="connsiteX65" fmla="*/ 11280882 w 11362354"/>
                <a:gd name="connsiteY65" fmla="*/ 1465414 h 1972800"/>
                <a:gd name="connsiteX66" fmla="*/ 11214890 w 11362354"/>
                <a:gd name="connsiteY66" fmla="*/ 1465414 h 1972800"/>
                <a:gd name="connsiteX67" fmla="*/ 10408772 w 11362354"/>
                <a:gd name="connsiteY67" fmla="*/ 1465414 h 1972800"/>
                <a:gd name="connsiteX68" fmla="*/ 3354588 w 11362354"/>
                <a:gd name="connsiteY68" fmla="*/ 1288169 h 1972800"/>
                <a:gd name="connsiteX69" fmla="*/ 3891084 w 11362354"/>
                <a:gd name="connsiteY69" fmla="*/ 1288169 h 1972800"/>
                <a:gd name="connsiteX70" fmla="*/ 3982693 w 11362354"/>
                <a:gd name="connsiteY70" fmla="*/ 1333215 h 1972800"/>
                <a:gd name="connsiteX71" fmla="*/ 4074304 w 11362354"/>
                <a:gd name="connsiteY71" fmla="*/ 1288169 h 1972800"/>
                <a:gd name="connsiteX72" fmla="*/ 4610046 w 11362354"/>
                <a:gd name="connsiteY72" fmla="*/ 1288169 h 1972800"/>
                <a:gd name="connsiteX73" fmla="*/ 4535426 w 11362354"/>
                <a:gd name="connsiteY73" fmla="*/ 1462313 h 1972800"/>
                <a:gd name="connsiteX74" fmla="*/ 3429061 w 11362354"/>
                <a:gd name="connsiteY74" fmla="*/ 1462313 h 1972800"/>
                <a:gd name="connsiteX75" fmla="*/ 3354588 w 11362354"/>
                <a:gd name="connsiteY75" fmla="*/ 1288169 h 1972800"/>
                <a:gd name="connsiteX76" fmla="*/ 9781432 w 11362354"/>
                <a:gd name="connsiteY76" fmla="*/ 1288165 h 1972800"/>
                <a:gd name="connsiteX77" fmla="*/ 10286039 w 11362354"/>
                <a:gd name="connsiteY77" fmla="*/ 1288165 h 1972800"/>
                <a:gd name="connsiteX78" fmla="*/ 10286039 w 11362354"/>
                <a:gd name="connsiteY78" fmla="*/ 1462314 h 1972800"/>
                <a:gd name="connsiteX79" fmla="*/ 9781432 w 11362354"/>
                <a:gd name="connsiteY79" fmla="*/ 1462314 h 1972800"/>
                <a:gd name="connsiteX80" fmla="*/ 8877431 w 11362354"/>
                <a:gd name="connsiteY80" fmla="*/ 1288165 h 1972800"/>
                <a:gd name="connsiteX81" fmla="*/ 9382033 w 11362354"/>
                <a:gd name="connsiteY81" fmla="*/ 1288165 h 1972800"/>
                <a:gd name="connsiteX82" fmla="*/ 9382033 w 11362354"/>
                <a:gd name="connsiteY82" fmla="*/ 1462314 h 1972800"/>
                <a:gd name="connsiteX83" fmla="*/ 8877431 w 11362354"/>
                <a:gd name="connsiteY83" fmla="*/ 1462314 h 1972800"/>
                <a:gd name="connsiteX84" fmla="*/ 7848731 w 11362354"/>
                <a:gd name="connsiteY84" fmla="*/ 1288165 h 1972800"/>
                <a:gd name="connsiteX85" fmla="*/ 8501703 w 11362354"/>
                <a:gd name="connsiteY85" fmla="*/ 1288165 h 1972800"/>
                <a:gd name="connsiteX86" fmla="*/ 8501703 w 11362354"/>
                <a:gd name="connsiteY86" fmla="*/ 1462314 h 1972800"/>
                <a:gd name="connsiteX87" fmla="*/ 7921150 w 11362354"/>
                <a:gd name="connsiteY87" fmla="*/ 1462314 h 1972800"/>
                <a:gd name="connsiteX88" fmla="*/ 7193139 w 11362354"/>
                <a:gd name="connsiteY88" fmla="*/ 1288165 h 1972800"/>
                <a:gd name="connsiteX89" fmla="*/ 7648159 w 11362354"/>
                <a:gd name="connsiteY89" fmla="*/ 1288165 h 1972800"/>
                <a:gd name="connsiteX90" fmla="*/ 7648159 w 11362354"/>
                <a:gd name="connsiteY90" fmla="*/ 1462314 h 1972800"/>
                <a:gd name="connsiteX91" fmla="*/ 7193139 w 11362354"/>
                <a:gd name="connsiteY91" fmla="*/ 1462314 h 1972800"/>
                <a:gd name="connsiteX92" fmla="*/ 6188669 w 11362354"/>
                <a:gd name="connsiteY92" fmla="*/ 1288165 h 1972800"/>
                <a:gd name="connsiteX93" fmla="*/ 6674501 w 11362354"/>
                <a:gd name="connsiteY93" fmla="*/ 1288165 h 1972800"/>
                <a:gd name="connsiteX94" fmla="*/ 6674501 w 11362354"/>
                <a:gd name="connsiteY94" fmla="*/ 1351991 h 1972800"/>
                <a:gd name="connsiteX95" fmla="*/ 7080275 w 11362354"/>
                <a:gd name="connsiteY95" fmla="*/ 1351991 h 1972800"/>
                <a:gd name="connsiteX96" fmla="*/ 7080275 w 11362354"/>
                <a:gd name="connsiteY96" fmla="*/ 1462314 h 1972800"/>
                <a:gd name="connsiteX97" fmla="*/ 6188669 w 11362354"/>
                <a:gd name="connsiteY97" fmla="*/ 1462314 h 1972800"/>
                <a:gd name="connsiteX98" fmla="*/ 4794722 w 11362354"/>
                <a:gd name="connsiteY98" fmla="*/ 1288165 h 1972800"/>
                <a:gd name="connsiteX99" fmla="*/ 5308313 w 11362354"/>
                <a:gd name="connsiteY99" fmla="*/ 1288165 h 1972800"/>
                <a:gd name="connsiteX100" fmla="*/ 5433050 w 11362354"/>
                <a:gd name="connsiteY100" fmla="*/ 1363467 h 1972800"/>
                <a:gd name="connsiteX101" fmla="*/ 5557791 w 11362354"/>
                <a:gd name="connsiteY101" fmla="*/ 1288165 h 1972800"/>
                <a:gd name="connsiteX102" fmla="*/ 6071387 w 11362354"/>
                <a:gd name="connsiteY102" fmla="*/ 1288165 h 1972800"/>
                <a:gd name="connsiteX103" fmla="*/ 6026879 w 11362354"/>
                <a:gd name="connsiteY103" fmla="*/ 1462314 h 1972800"/>
                <a:gd name="connsiteX104" fmla="*/ 4839225 w 11362354"/>
                <a:gd name="connsiteY104" fmla="*/ 1462314 h 1972800"/>
                <a:gd name="connsiteX105" fmla="*/ 4794722 w 11362354"/>
                <a:gd name="connsiteY105" fmla="*/ 1288165 h 1972800"/>
                <a:gd name="connsiteX106" fmla="*/ 2285298 w 11362354"/>
                <a:gd name="connsiteY106" fmla="*/ 1288165 h 1972800"/>
                <a:gd name="connsiteX107" fmla="*/ 2771132 w 11362354"/>
                <a:gd name="connsiteY107" fmla="*/ 1288165 h 1972800"/>
                <a:gd name="connsiteX108" fmla="*/ 2771132 w 11362354"/>
                <a:gd name="connsiteY108" fmla="*/ 1351991 h 1972800"/>
                <a:gd name="connsiteX109" fmla="*/ 3183254 w 11362354"/>
                <a:gd name="connsiteY109" fmla="*/ 1351991 h 1972800"/>
                <a:gd name="connsiteX110" fmla="*/ 3183254 w 11362354"/>
                <a:gd name="connsiteY110" fmla="*/ 1462314 h 1972800"/>
                <a:gd name="connsiteX111" fmla="*/ 2285298 w 11362354"/>
                <a:gd name="connsiteY111" fmla="*/ 1462314 h 1972800"/>
                <a:gd name="connsiteX112" fmla="*/ 1586644 w 11362354"/>
                <a:gd name="connsiteY112" fmla="*/ 1288165 h 1972800"/>
                <a:gd name="connsiteX113" fmla="*/ 2038472 w 11362354"/>
                <a:gd name="connsiteY113" fmla="*/ 1288165 h 1972800"/>
                <a:gd name="connsiteX114" fmla="*/ 2121783 w 11362354"/>
                <a:gd name="connsiteY114" fmla="*/ 1462314 h 1972800"/>
                <a:gd name="connsiteX115" fmla="*/ 1663530 w 11362354"/>
                <a:gd name="connsiteY115" fmla="*/ 1462314 h 1972800"/>
                <a:gd name="connsiteX116" fmla="*/ 985097 w 11362354"/>
                <a:gd name="connsiteY116" fmla="*/ 1288165 h 1972800"/>
                <a:gd name="connsiteX117" fmla="*/ 1468672 w 11362354"/>
                <a:gd name="connsiteY117" fmla="*/ 1288165 h 1972800"/>
                <a:gd name="connsiteX118" fmla="*/ 1468672 w 11362354"/>
                <a:gd name="connsiteY118" fmla="*/ 1462314 h 1972800"/>
                <a:gd name="connsiteX119" fmla="*/ 985097 w 11362354"/>
                <a:gd name="connsiteY119" fmla="*/ 1462314 h 1972800"/>
                <a:gd name="connsiteX120" fmla="*/ 0 w 11362354"/>
                <a:gd name="connsiteY120" fmla="*/ 1288165 h 1972800"/>
                <a:gd name="connsiteX121" fmla="*/ 506025 w 11362354"/>
                <a:gd name="connsiteY121" fmla="*/ 1288165 h 1972800"/>
                <a:gd name="connsiteX122" fmla="*/ 506025 w 11362354"/>
                <a:gd name="connsiteY122" fmla="*/ 1462314 h 1972800"/>
                <a:gd name="connsiteX123" fmla="*/ 0 w 11362354"/>
                <a:gd name="connsiteY123" fmla="*/ 1462314 h 1972800"/>
                <a:gd name="connsiteX124" fmla="*/ 10408772 w 11362354"/>
                <a:gd name="connsiteY124" fmla="*/ 1157361 h 1972800"/>
                <a:gd name="connsiteX125" fmla="*/ 10468381 w 11362354"/>
                <a:gd name="connsiteY125" fmla="*/ 1208632 h 1972800"/>
                <a:gd name="connsiteX126" fmla="*/ 10408772 w 11362354"/>
                <a:gd name="connsiteY126" fmla="*/ 1208632 h 1972800"/>
                <a:gd name="connsiteX127" fmla="*/ 10816942 w 11362354"/>
                <a:gd name="connsiteY127" fmla="*/ 1078164 h 1972800"/>
                <a:gd name="connsiteX128" fmla="*/ 11358000 w 11362354"/>
                <a:gd name="connsiteY128" fmla="*/ 1078164 h 1972800"/>
                <a:gd name="connsiteX129" fmla="*/ 11359134 w 11362354"/>
                <a:gd name="connsiteY129" fmla="*/ 1208632 h 1972800"/>
                <a:gd name="connsiteX130" fmla="*/ 11359134 w 11362354"/>
                <a:gd name="connsiteY130" fmla="*/ 1208633 h 1972800"/>
                <a:gd name="connsiteX131" fmla="*/ 10871056 w 11362354"/>
                <a:gd name="connsiteY131" fmla="*/ 1208633 h 1972800"/>
                <a:gd name="connsiteX132" fmla="*/ 10871355 w 11362354"/>
                <a:gd name="connsiteY132" fmla="*/ 1205652 h 1972800"/>
                <a:gd name="connsiteX133" fmla="*/ 10808382 w 11362354"/>
                <a:gd name="connsiteY133" fmla="*/ 1078165 h 1972800"/>
                <a:gd name="connsiteX134" fmla="*/ 10816943 w 11362354"/>
                <a:gd name="connsiteY134" fmla="*/ 1078165 h 1972800"/>
                <a:gd name="connsiteX135" fmla="*/ 9781432 w 11362354"/>
                <a:gd name="connsiteY135" fmla="*/ 1075882 h 1972800"/>
                <a:gd name="connsiteX136" fmla="*/ 10286039 w 11362354"/>
                <a:gd name="connsiteY136" fmla="*/ 1075882 h 1972800"/>
                <a:gd name="connsiteX137" fmla="*/ 10286039 w 11362354"/>
                <a:gd name="connsiteY137" fmla="*/ 1206076 h 1972800"/>
                <a:gd name="connsiteX138" fmla="*/ 9781432 w 11362354"/>
                <a:gd name="connsiteY138" fmla="*/ 1206076 h 1972800"/>
                <a:gd name="connsiteX139" fmla="*/ 8877431 w 11362354"/>
                <a:gd name="connsiteY139" fmla="*/ 1075882 h 1972800"/>
                <a:gd name="connsiteX140" fmla="*/ 9382033 w 11362354"/>
                <a:gd name="connsiteY140" fmla="*/ 1075882 h 1972800"/>
                <a:gd name="connsiteX141" fmla="*/ 9382033 w 11362354"/>
                <a:gd name="connsiteY141" fmla="*/ 1206076 h 1972800"/>
                <a:gd name="connsiteX142" fmla="*/ 8877431 w 11362354"/>
                <a:gd name="connsiteY142" fmla="*/ 1206076 h 1972800"/>
                <a:gd name="connsiteX143" fmla="*/ 7760453 w 11362354"/>
                <a:gd name="connsiteY143" fmla="*/ 1075882 h 1972800"/>
                <a:gd name="connsiteX144" fmla="*/ 8501703 w 11362354"/>
                <a:gd name="connsiteY144" fmla="*/ 1075882 h 1972800"/>
                <a:gd name="connsiteX145" fmla="*/ 8501703 w 11362354"/>
                <a:gd name="connsiteY145" fmla="*/ 1206076 h 1972800"/>
                <a:gd name="connsiteX146" fmla="*/ 7814594 w 11362354"/>
                <a:gd name="connsiteY146" fmla="*/ 1206076 h 1972800"/>
                <a:gd name="connsiteX147" fmla="*/ 7193139 w 11362354"/>
                <a:gd name="connsiteY147" fmla="*/ 1075882 h 1972800"/>
                <a:gd name="connsiteX148" fmla="*/ 7648159 w 11362354"/>
                <a:gd name="connsiteY148" fmla="*/ 1075882 h 1972800"/>
                <a:gd name="connsiteX149" fmla="*/ 7648159 w 11362354"/>
                <a:gd name="connsiteY149" fmla="*/ 1206076 h 1972800"/>
                <a:gd name="connsiteX150" fmla="*/ 7193139 w 11362354"/>
                <a:gd name="connsiteY150" fmla="*/ 1206076 h 1972800"/>
                <a:gd name="connsiteX151" fmla="*/ 6188669 w 11362354"/>
                <a:gd name="connsiteY151" fmla="*/ 1075882 h 1972800"/>
                <a:gd name="connsiteX152" fmla="*/ 6674501 w 11362354"/>
                <a:gd name="connsiteY152" fmla="*/ 1075882 h 1972800"/>
                <a:gd name="connsiteX153" fmla="*/ 6674501 w 11362354"/>
                <a:gd name="connsiteY153" fmla="*/ 1206076 h 1972800"/>
                <a:gd name="connsiteX154" fmla="*/ 6188669 w 11362354"/>
                <a:gd name="connsiteY154" fmla="*/ 1206076 h 1972800"/>
                <a:gd name="connsiteX155" fmla="*/ 5574793 w 11362354"/>
                <a:gd name="connsiteY155" fmla="*/ 1075882 h 1972800"/>
                <a:gd name="connsiteX156" fmla="*/ 6073294 w 11362354"/>
                <a:gd name="connsiteY156" fmla="*/ 1075882 h 1972800"/>
                <a:gd name="connsiteX157" fmla="*/ 6073294 w 11362354"/>
                <a:gd name="connsiteY157" fmla="*/ 1206076 h 1972800"/>
                <a:gd name="connsiteX158" fmla="*/ 5574793 w 11362354"/>
                <a:gd name="connsiteY158" fmla="*/ 1206076 h 1972800"/>
                <a:gd name="connsiteX159" fmla="*/ 4792811 w 11362354"/>
                <a:gd name="connsiteY159" fmla="*/ 1075882 h 1972800"/>
                <a:gd name="connsiteX160" fmla="*/ 5291307 w 11362354"/>
                <a:gd name="connsiteY160" fmla="*/ 1075882 h 1972800"/>
                <a:gd name="connsiteX161" fmla="*/ 5291307 w 11362354"/>
                <a:gd name="connsiteY161" fmla="*/ 1206076 h 1972800"/>
                <a:gd name="connsiteX162" fmla="*/ 4792811 w 11362354"/>
                <a:gd name="connsiteY162" fmla="*/ 1206076 h 1972800"/>
                <a:gd name="connsiteX163" fmla="*/ 2285298 w 11362354"/>
                <a:gd name="connsiteY163" fmla="*/ 1075882 h 1972800"/>
                <a:gd name="connsiteX164" fmla="*/ 2771132 w 11362354"/>
                <a:gd name="connsiteY164" fmla="*/ 1075882 h 1972800"/>
                <a:gd name="connsiteX165" fmla="*/ 2771132 w 11362354"/>
                <a:gd name="connsiteY165" fmla="*/ 1206076 h 1972800"/>
                <a:gd name="connsiteX166" fmla="*/ 2285298 w 11362354"/>
                <a:gd name="connsiteY166" fmla="*/ 1206076 h 1972800"/>
                <a:gd name="connsiteX167" fmla="*/ 1492927 w 11362354"/>
                <a:gd name="connsiteY167" fmla="*/ 1075882 h 1972800"/>
                <a:gd name="connsiteX168" fmla="*/ 1945589 w 11362354"/>
                <a:gd name="connsiteY168" fmla="*/ 1075882 h 1972800"/>
                <a:gd name="connsiteX169" fmla="*/ 1940491 w 11362354"/>
                <a:gd name="connsiteY169" fmla="*/ 1080455 h 1972800"/>
                <a:gd name="connsiteX170" fmla="*/ 1939110 w 11362354"/>
                <a:gd name="connsiteY170" fmla="*/ 1080455 h 1972800"/>
                <a:gd name="connsiteX171" fmla="*/ 1939524 w 11362354"/>
                <a:gd name="connsiteY171" fmla="*/ 1081320 h 1972800"/>
                <a:gd name="connsiteX172" fmla="*/ 1938345 w 11362354"/>
                <a:gd name="connsiteY172" fmla="*/ 1082361 h 1972800"/>
                <a:gd name="connsiteX173" fmla="*/ 1940022 w 11362354"/>
                <a:gd name="connsiteY173" fmla="*/ 1082361 h 1972800"/>
                <a:gd name="connsiteX174" fmla="*/ 1999205 w 11362354"/>
                <a:gd name="connsiteY174" fmla="*/ 1206076 h 1972800"/>
                <a:gd name="connsiteX175" fmla="*/ 1550403 w 11362354"/>
                <a:gd name="connsiteY175" fmla="*/ 1206076 h 1972800"/>
                <a:gd name="connsiteX176" fmla="*/ 985097 w 11362354"/>
                <a:gd name="connsiteY176" fmla="*/ 1075882 h 1972800"/>
                <a:gd name="connsiteX177" fmla="*/ 1468672 w 11362354"/>
                <a:gd name="connsiteY177" fmla="*/ 1075882 h 1972800"/>
                <a:gd name="connsiteX178" fmla="*/ 1468672 w 11362354"/>
                <a:gd name="connsiteY178" fmla="*/ 1206076 h 1972800"/>
                <a:gd name="connsiteX179" fmla="*/ 985097 w 11362354"/>
                <a:gd name="connsiteY179" fmla="*/ 1206076 h 1972800"/>
                <a:gd name="connsiteX180" fmla="*/ 0 w 11362354"/>
                <a:gd name="connsiteY180" fmla="*/ 1075882 h 1972800"/>
                <a:gd name="connsiteX181" fmla="*/ 877145 w 11362354"/>
                <a:gd name="connsiteY181" fmla="*/ 1075882 h 1972800"/>
                <a:gd name="connsiteX182" fmla="*/ 877145 w 11362354"/>
                <a:gd name="connsiteY182" fmla="*/ 1098345 h 1972800"/>
                <a:gd name="connsiteX183" fmla="*/ 869625 w 11362354"/>
                <a:gd name="connsiteY183" fmla="*/ 1098345 h 1972800"/>
                <a:gd name="connsiteX184" fmla="*/ 506025 w 11362354"/>
                <a:gd name="connsiteY184" fmla="*/ 1098345 h 1972800"/>
                <a:gd name="connsiteX185" fmla="*/ 506025 w 11362354"/>
                <a:gd name="connsiteY185" fmla="*/ 1206076 h 1972800"/>
                <a:gd name="connsiteX186" fmla="*/ 0 w 11362354"/>
                <a:gd name="connsiteY186" fmla="*/ 1206076 h 1972800"/>
                <a:gd name="connsiteX187" fmla="*/ 4174413 w 11362354"/>
                <a:gd name="connsiteY187" fmla="*/ 1075881 h 1972800"/>
                <a:gd name="connsiteX188" fmla="*/ 4660572 w 11362354"/>
                <a:gd name="connsiteY188" fmla="*/ 1075881 h 1972800"/>
                <a:gd name="connsiteX189" fmla="*/ 4633997 w 11362354"/>
                <a:gd name="connsiteY189" fmla="*/ 1206075 h 1972800"/>
                <a:gd name="connsiteX190" fmla="*/ 4129883 w 11362354"/>
                <a:gd name="connsiteY190" fmla="*/ 1206075 h 1972800"/>
                <a:gd name="connsiteX191" fmla="*/ 4174413 w 11362354"/>
                <a:gd name="connsiteY191" fmla="*/ 1075881 h 1972800"/>
                <a:gd name="connsiteX192" fmla="*/ 3305162 w 11362354"/>
                <a:gd name="connsiteY192" fmla="*/ 1075881 h 1972800"/>
                <a:gd name="connsiteX193" fmla="*/ 3790976 w 11362354"/>
                <a:gd name="connsiteY193" fmla="*/ 1075881 h 1972800"/>
                <a:gd name="connsiteX194" fmla="*/ 3835506 w 11362354"/>
                <a:gd name="connsiteY194" fmla="*/ 1206075 h 1972800"/>
                <a:gd name="connsiteX195" fmla="*/ 3330959 w 11362354"/>
                <a:gd name="connsiteY195" fmla="*/ 1206075 h 1972800"/>
                <a:gd name="connsiteX196" fmla="*/ 3305162 w 11362354"/>
                <a:gd name="connsiteY196" fmla="*/ 1075881 h 1972800"/>
                <a:gd name="connsiteX197" fmla="*/ 10587776 w 11362354"/>
                <a:gd name="connsiteY197" fmla="*/ 879486 h 1972800"/>
                <a:gd name="connsiteX198" fmla="*/ 11280821 w 11362354"/>
                <a:gd name="connsiteY198" fmla="*/ 879486 h 1972800"/>
                <a:gd name="connsiteX199" fmla="*/ 11338792 w 11362354"/>
                <a:gd name="connsiteY199" fmla="*/ 993628 h 1972800"/>
                <a:gd name="connsiteX200" fmla="*/ 10727828 w 11362354"/>
                <a:gd name="connsiteY200" fmla="*/ 995899 h 1972800"/>
                <a:gd name="connsiteX201" fmla="*/ 9781432 w 11362354"/>
                <a:gd name="connsiteY201" fmla="*/ 877625 h 1972800"/>
                <a:gd name="connsiteX202" fmla="*/ 10286039 w 11362354"/>
                <a:gd name="connsiteY202" fmla="*/ 877625 h 1972800"/>
                <a:gd name="connsiteX203" fmla="*/ 10286039 w 11362354"/>
                <a:gd name="connsiteY203" fmla="*/ 993788 h 1972800"/>
                <a:gd name="connsiteX204" fmla="*/ 9781432 w 11362354"/>
                <a:gd name="connsiteY204" fmla="*/ 993788 h 1972800"/>
                <a:gd name="connsiteX205" fmla="*/ 8877431 w 11362354"/>
                <a:gd name="connsiteY205" fmla="*/ 877625 h 1972800"/>
                <a:gd name="connsiteX206" fmla="*/ 9382033 w 11362354"/>
                <a:gd name="connsiteY206" fmla="*/ 877625 h 1972800"/>
                <a:gd name="connsiteX207" fmla="*/ 9382033 w 11362354"/>
                <a:gd name="connsiteY207" fmla="*/ 993788 h 1972800"/>
                <a:gd name="connsiteX208" fmla="*/ 8877431 w 11362354"/>
                <a:gd name="connsiteY208" fmla="*/ 993788 h 1972800"/>
                <a:gd name="connsiteX209" fmla="*/ 7678004 w 11362354"/>
                <a:gd name="connsiteY209" fmla="*/ 877625 h 1972800"/>
                <a:gd name="connsiteX210" fmla="*/ 8501703 w 11362354"/>
                <a:gd name="connsiteY210" fmla="*/ 877625 h 1972800"/>
                <a:gd name="connsiteX211" fmla="*/ 8501703 w 11362354"/>
                <a:gd name="connsiteY211" fmla="*/ 993788 h 1972800"/>
                <a:gd name="connsiteX212" fmla="*/ 7726316 w 11362354"/>
                <a:gd name="connsiteY212" fmla="*/ 993788 h 1972800"/>
                <a:gd name="connsiteX213" fmla="*/ 7193139 w 11362354"/>
                <a:gd name="connsiteY213" fmla="*/ 877625 h 1972800"/>
                <a:gd name="connsiteX214" fmla="*/ 7648159 w 11362354"/>
                <a:gd name="connsiteY214" fmla="*/ 877625 h 1972800"/>
                <a:gd name="connsiteX215" fmla="*/ 7648159 w 11362354"/>
                <a:gd name="connsiteY215" fmla="*/ 993788 h 1972800"/>
                <a:gd name="connsiteX216" fmla="*/ 7193139 w 11362354"/>
                <a:gd name="connsiteY216" fmla="*/ 993788 h 1972800"/>
                <a:gd name="connsiteX217" fmla="*/ 6188669 w 11362354"/>
                <a:gd name="connsiteY217" fmla="*/ 877625 h 1972800"/>
                <a:gd name="connsiteX218" fmla="*/ 7056268 w 11362354"/>
                <a:gd name="connsiteY218" fmla="*/ 877625 h 1972800"/>
                <a:gd name="connsiteX219" fmla="*/ 7056268 w 11362354"/>
                <a:gd name="connsiteY219" fmla="*/ 988326 h 1972800"/>
                <a:gd name="connsiteX220" fmla="*/ 6674501 w 11362354"/>
                <a:gd name="connsiteY220" fmla="*/ 988326 h 1972800"/>
                <a:gd name="connsiteX221" fmla="*/ 6674501 w 11362354"/>
                <a:gd name="connsiteY221" fmla="*/ 993788 h 1972800"/>
                <a:gd name="connsiteX222" fmla="*/ 6188669 w 11362354"/>
                <a:gd name="connsiteY222" fmla="*/ 993788 h 1972800"/>
                <a:gd name="connsiteX223" fmla="*/ 5574793 w 11362354"/>
                <a:gd name="connsiteY223" fmla="*/ 877625 h 1972800"/>
                <a:gd name="connsiteX224" fmla="*/ 6073294 w 11362354"/>
                <a:gd name="connsiteY224" fmla="*/ 877625 h 1972800"/>
                <a:gd name="connsiteX225" fmla="*/ 6073294 w 11362354"/>
                <a:gd name="connsiteY225" fmla="*/ 993788 h 1972800"/>
                <a:gd name="connsiteX226" fmla="*/ 5574793 w 11362354"/>
                <a:gd name="connsiteY226" fmla="*/ 993788 h 1972800"/>
                <a:gd name="connsiteX227" fmla="*/ 4792811 w 11362354"/>
                <a:gd name="connsiteY227" fmla="*/ 877625 h 1972800"/>
                <a:gd name="connsiteX228" fmla="*/ 5291307 w 11362354"/>
                <a:gd name="connsiteY228" fmla="*/ 877625 h 1972800"/>
                <a:gd name="connsiteX229" fmla="*/ 5291307 w 11362354"/>
                <a:gd name="connsiteY229" fmla="*/ 993788 h 1972800"/>
                <a:gd name="connsiteX230" fmla="*/ 4792811 w 11362354"/>
                <a:gd name="connsiteY230" fmla="*/ 993788 h 1972800"/>
                <a:gd name="connsiteX231" fmla="*/ 2285298 w 11362354"/>
                <a:gd name="connsiteY231" fmla="*/ 877625 h 1972800"/>
                <a:gd name="connsiteX232" fmla="*/ 3161500 w 11362354"/>
                <a:gd name="connsiteY232" fmla="*/ 877625 h 1972800"/>
                <a:gd name="connsiteX233" fmla="*/ 3161500 w 11362354"/>
                <a:gd name="connsiteY233" fmla="*/ 988326 h 1972800"/>
                <a:gd name="connsiteX234" fmla="*/ 2771132 w 11362354"/>
                <a:gd name="connsiteY234" fmla="*/ 988326 h 1972800"/>
                <a:gd name="connsiteX235" fmla="*/ 2771132 w 11362354"/>
                <a:gd name="connsiteY235" fmla="*/ 993788 h 1972800"/>
                <a:gd name="connsiteX236" fmla="*/ 2285298 w 11362354"/>
                <a:gd name="connsiteY236" fmla="*/ 993788 h 1972800"/>
                <a:gd name="connsiteX237" fmla="*/ 985097 w 11362354"/>
                <a:gd name="connsiteY237" fmla="*/ 877625 h 1972800"/>
                <a:gd name="connsiteX238" fmla="*/ 2107746 w 11362354"/>
                <a:gd name="connsiteY238" fmla="*/ 877625 h 1972800"/>
                <a:gd name="connsiteX239" fmla="*/ 2028664 w 11362354"/>
                <a:gd name="connsiteY239" fmla="*/ 993788 h 1972800"/>
                <a:gd name="connsiteX240" fmla="*/ 985097 w 11362354"/>
                <a:gd name="connsiteY240" fmla="*/ 993788 h 1972800"/>
                <a:gd name="connsiteX241" fmla="*/ 0 w 11362354"/>
                <a:gd name="connsiteY241" fmla="*/ 877625 h 1972800"/>
                <a:gd name="connsiteX242" fmla="*/ 877145 w 11362354"/>
                <a:gd name="connsiteY242" fmla="*/ 877625 h 1972800"/>
                <a:gd name="connsiteX243" fmla="*/ 877145 w 11362354"/>
                <a:gd name="connsiteY243" fmla="*/ 993788 h 1972800"/>
                <a:gd name="connsiteX244" fmla="*/ 0 w 11362354"/>
                <a:gd name="connsiteY244" fmla="*/ 993788 h 1972800"/>
                <a:gd name="connsiteX245" fmla="*/ 4199211 w 11362354"/>
                <a:gd name="connsiteY245" fmla="*/ 877624 h 1972800"/>
                <a:gd name="connsiteX246" fmla="*/ 4674176 w 11362354"/>
                <a:gd name="connsiteY246" fmla="*/ 877624 h 1972800"/>
                <a:gd name="connsiteX247" fmla="*/ 4674332 w 11362354"/>
                <a:gd name="connsiteY247" fmla="*/ 883528 h 1972800"/>
                <a:gd name="connsiteX248" fmla="*/ 4669465 w 11362354"/>
                <a:gd name="connsiteY248" fmla="*/ 993787 h 1972800"/>
                <a:gd name="connsiteX249" fmla="*/ 4189743 w 11362354"/>
                <a:gd name="connsiteY249" fmla="*/ 993787 h 1972800"/>
                <a:gd name="connsiteX250" fmla="*/ 4199211 w 11362354"/>
                <a:gd name="connsiteY250" fmla="*/ 877624 h 1972800"/>
                <a:gd name="connsiteX251" fmla="*/ 3291213 w 11362354"/>
                <a:gd name="connsiteY251" fmla="*/ 877624 h 1972800"/>
                <a:gd name="connsiteX252" fmla="*/ 3766173 w 11362354"/>
                <a:gd name="connsiteY252" fmla="*/ 877624 h 1972800"/>
                <a:gd name="connsiteX253" fmla="*/ 3775650 w 11362354"/>
                <a:gd name="connsiteY253" fmla="*/ 993787 h 1972800"/>
                <a:gd name="connsiteX254" fmla="*/ 3295989 w 11362354"/>
                <a:gd name="connsiteY254" fmla="*/ 993787 h 1972800"/>
                <a:gd name="connsiteX255" fmla="*/ 3291057 w 11362354"/>
                <a:gd name="connsiteY255" fmla="*/ 883528 h 1972800"/>
                <a:gd name="connsiteX256" fmla="*/ 10461146 w 11362354"/>
                <a:gd name="connsiteY256" fmla="*/ 710797 h 1972800"/>
                <a:gd name="connsiteX257" fmla="*/ 11109160 w 11362354"/>
                <a:gd name="connsiteY257" fmla="*/ 710797 h 1972800"/>
                <a:gd name="connsiteX258" fmla="*/ 11109162 w 11362354"/>
                <a:gd name="connsiteY258" fmla="*/ 710798 h 1972800"/>
                <a:gd name="connsiteX259" fmla="*/ 11121245 w 11362354"/>
                <a:gd name="connsiteY259" fmla="*/ 710798 h 1972800"/>
                <a:gd name="connsiteX260" fmla="*/ 11122337 w 11362354"/>
                <a:gd name="connsiteY260" fmla="*/ 711693 h 1972800"/>
                <a:gd name="connsiteX261" fmla="*/ 11118350 w 11362354"/>
                <a:gd name="connsiteY261" fmla="*/ 711693 h 1972800"/>
                <a:gd name="connsiteX262" fmla="*/ 11213739 w 11362354"/>
                <a:gd name="connsiteY262" fmla="*/ 797219 h 1972800"/>
                <a:gd name="connsiteX263" fmla="*/ 10517279 w 11362354"/>
                <a:gd name="connsiteY263" fmla="*/ 797218 h 1972800"/>
                <a:gd name="connsiteX264" fmla="*/ 10461146 w 11362354"/>
                <a:gd name="connsiteY264" fmla="*/ 710797 h 1972800"/>
                <a:gd name="connsiteX265" fmla="*/ 9781432 w 11362354"/>
                <a:gd name="connsiteY265" fmla="*/ 709293 h 1972800"/>
                <a:gd name="connsiteX266" fmla="*/ 10286039 w 11362354"/>
                <a:gd name="connsiteY266" fmla="*/ 709293 h 1972800"/>
                <a:gd name="connsiteX267" fmla="*/ 10286039 w 11362354"/>
                <a:gd name="connsiteY267" fmla="*/ 795531 h 1972800"/>
                <a:gd name="connsiteX268" fmla="*/ 9781432 w 11362354"/>
                <a:gd name="connsiteY268" fmla="*/ 795531 h 1972800"/>
                <a:gd name="connsiteX269" fmla="*/ 8877431 w 11362354"/>
                <a:gd name="connsiteY269" fmla="*/ 709293 h 1972800"/>
                <a:gd name="connsiteX270" fmla="*/ 9382033 w 11362354"/>
                <a:gd name="connsiteY270" fmla="*/ 709293 h 1972800"/>
                <a:gd name="connsiteX271" fmla="*/ 9382033 w 11362354"/>
                <a:gd name="connsiteY271" fmla="*/ 795531 h 1972800"/>
                <a:gd name="connsiteX272" fmla="*/ 8877431 w 11362354"/>
                <a:gd name="connsiteY272" fmla="*/ 795531 h 1972800"/>
                <a:gd name="connsiteX273" fmla="*/ 8042875 w 11362354"/>
                <a:gd name="connsiteY273" fmla="*/ 709293 h 1972800"/>
                <a:gd name="connsiteX274" fmla="*/ 8501703 w 11362354"/>
                <a:gd name="connsiteY274" fmla="*/ 709293 h 1972800"/>
                <a:gd name="connsiteX275" fmla="*/ 8501703 w 11362354"/>
                <a:gd name="connsiteY275" fmla="*/ 795531 h 1972800"/>
                <a:gd name="connsiteX276" fmla="*/ 8042875 w 11362354"/>
                <a:gd name="connsiteY276" fmla="*/ 795531 h 1972800"/>
                <a:gd name="connsiteX277" fmla="*/ 7193139 w 11362354"/>
                <a:gd name="connsiteY277" fmla="*/ 709293 h 1972800"/>
                <a:gd name="connsiteX278" fmla="*/ 7996240 w 11362354"/>
                <a:gd name="connsiteY278" fmla="*/ 709293 h 1972800"/>
                <a:gd name="connsiteX279" fmla="*/ 8036152 w 11362354"/>
                <a:gd name="connsiteY279" fmla="*/ 795531 h 1972800"/>
                <a:gd name="connsiteX280" fmla="*/ 7193139 w 11362354"/>
                <a:gd name="connsiteY280" fmla="*/ 795531 h 1972800"/>
                <a:gd name="connsiteX281" fmla="*/ 6188669 w 11362354"/>
                <a:gd name="connsiteY281" fmla="*/ 709293 h 1972800"/>
                <a:gd name="connsiteX282" fmla="*/ 6674501 w 11362354"/>
                <a:gd name="connsiteY282" fmla="*/ 709293 h 1972800"/>
                <a:gd name="connsiteX283" fmla="*/ 6674501 w 11362354"/>
                <a:gd name="connsiteY283" fmla="*/ 714671 h 1972800"/>
                <a:gd name="connsiteX284" fmla="*/ 7056268 w 11362354"/>
                <a:gd name="connsiteY284" fmla="*/ 714671 h 1972800"/>
                <a:gd name="connsiteX285" fmla="*/ 7056268 w 11362354"/>
                <a:gd name="connsiteY285" fmla="*/ 795531 h 1972800"/>
                <a:gd name="connsiteX286" fmla="*/ 6188669 w 11362354"/>
                <a:gd name="connsiteY286" fmla="*/ 795531 h 1972800"/>
                <a:gd name="connsiteX287" fmla="*/ 5574793 w 11362354"/>
                <a:gd name="connsiteY287" fmla="*/ 709293 h 1972800"/>
                <a:gd name="connsiteX288" fmla="*/ 6073294 w 11362354"/>
                <a:gd name="connsiteY288" fmla="*/ 709293 h 1972800"/>
                <a:gd name="connsiteX289" fmla="*/ 6073294 w 11362354"/>
                <a:gd name="connsiteY289" fmla="*/ 795531 h 1972800"/>
                <a:gd name="connsiteX290" fmla="*/ 5574793 w 11362354"/>
                <a:gd name="connsiteY290" fmla="*/ 795531 h 1972800"/>
                <a:gd name="connsiteX291" fmla="*/ 4792811 w 11362354"/>
                <a:gd name="connsiteY291" fmla="*/ 709293 h 1972800"/>
                <a:gd name="connsiteX292" fmla="*/ 5291307 w 11362354"/>
                <a:gd name="connsiteY292" fmla="*/ 709293 h 1972800"/>
                <a:gd name="connsiteX293" fmla="*/ 5291307 w 11362354"/>
                <a:gd name="connsiteY293" fmla="*/ 795531 h 1972800"/>
                <a:gd name="connsiteX294" fmla="*/ 4792811 w 11362354"/>
                <a:gd name="connsiteY294" fmla="*/ 795531 h 1972800"/>
                <a:gd name="connsiteX295" fmla="*/ 2285298 w 11362354"/>
                <a:gd name="connsiteY295" fmla="*/ 709293 h 1972800"/>
                <a:gd name="connsiteX296" fmla="*/ 2771132 w 11362354"/>
                <a:gd name="connsiteY296" fmla="*/ 709293 h 1972800"/>
                <a:gd name="connsiteX297" fmla="*/ 2771132 w 11362354"/>
                <a:gd name="connsiteY297" fmla="*/ 714671 h 1972800"/>
                <a:gd name="connsiteX298" fmla="*/ 3161500 w 11362354"/>
                <a:gd name="connsiteY298" fmla="*/ 714671 h 1972800"/>
                <a:gd name="connsiteX299" fmla="*/ 3161500 w 11362354"/>
                <a:gd name="connsiteY299" fmla="*/ 795531 h 1972800"/>
                <a:gd name="connsiteX300" fmla="*/ 2285298 w 11362354"/>
                <a:gd name="connsiteY300" fmla="*/ 795531 h 1972800"/>
                <a:gd name="connsiteX301" fmla="*/ 1709143 w 11362354"/>
                <a:gd name="connsiteY301" fmla="*/ 709293 h 1972800"/>
                <a:gd name="connsiteX302" fmla="*/ 2169670 w 11362354"/>
                <a:gd name="connsiteY302" fmla="*/ 709293 h 1972800"/>
                <a:gd name="connsiteX303" fmla="*/ 2145130 w 11362354"/>
                <a:gd name="connsiteY303" fmla="*/ 795531 h 1972800"/>
                <a:gd name="connsiteX304" fmla="*/ 1595923 w 11362354"/>
                <a:gd name="connsiteY304" fmla="*/ 795531 h 1972800"/>
                <a:gd name="connsiteX305" fmla="*/ 1709143 w 11362354"/>
                <a:gd name="connsiteY305" fmla="*/ 709293 h 1972800"/>
                <a:gd name="connsiteX306" fmla="*/ 985097 w 11362354"/>
                <a:gd name="connsiteY306" fmla="*/ 709293 h 1972800"/>
                <a:gd name="connsiteX307" fmla="*/ 1469893 w 11362354"/>
                <a:gd name="connsiteY307" fmla="*/ 709293 h 1972800"/>
                <a:gd name="connsiteX308" fmla="*/ 1469893 w 11362354"/>
                <a:gd name="connsiteY308" fmla="*/ 795531 h 1972800"/>
                <a:gd name="connsiteX309" fmla="*/ 985097 w 11362354"/>
                <a:gd name="connsiteY309" fmla="*/ 795531 h 1972800"/>
                <a:gd name="connsiteX310" fmla="*/ 0 w 11362354"/>
                <a:gd name="connsiteY310" fmla="*/ 709293 h 1972800"/>
                <a:gd name="connsiteX311" fmla="*/ 877145 w 11362354"/>
                <a:gd name="connsiteY311" fmla="*/ 709293 h 1972800"/>
                <a:gd name="connsiteX312" fmla="*/ 877145 w 11362354"/>
                <a:gd name="connsiteY312" fmla="*/ 795531 h 1972800"/>
                <a:gd name="connsiteX313" fmla="*/ 0 w 11362354"/>
                <a:gd name="connsiteY313" fmla="*/ 795531 h 1972800"/>
                <a:gd name="connsiteX314" fmla="*/ 4189251 w 11362354"/>
                <a:gd name="connsiteY314" fmla="*/ 709292 h 1972800"/>
                <a:gd name="connsiteX315" fmla="*/ 4662658 w 11362354"/>
                <a:gd name="connsiteY315" fmla="*/ 709292 h 1972800"/>
                <a:gd name="connsiteX316" fmla="*/ 4671191 w 11362354"/>
                <a:gd name="connsiteY316" fmla="*/ 795530 h 1972800"/>
                <a:gd name="connsiteX317" fmla="*/ 4197682 w 11362354"/>
                <a:gd name="connsiteY317" fmla="*/ 795530 h 1972800"/>
                <a:gd name="connsiteX318" fmla="*/ 4189251 w 11362354"/>
                <a:gd name="connsiteY318" fmla="*/ 709292 h 1972800"/>
                <a:gd name="connsiteX319" fmla="*/ 3302730 w 11362354"/>
                <a:gd name="connsiteY319" fmla="*/ 709292 h 1972800"/>
                <a:gd name="connsiteX320" fmla="*/ 3776138 w 11362354"/>
                <a:gd name="connsiteY320" fmla="*/ 709292 h 1972800"/>
                <a:gd name="connsiteX321" fmla="*/ 3767701 w 11362354"/>
                <a:gd name="connsiteY321" fmla="*/ 795530 h 1972800"/>
                <a:gd name="connsiteX322" fmla="*/ 3294197 w 11362354"/>
                <a:gd name="connsiteY322" fmla="*/ 795530 h 1972800"/>
                <a:gd name="connsiteX323" fmla="*/ 3302730 w 11362354"/>
                <a:gd name="connsiteY323" fmla="*/ 709292 h 1972800"/>
                <a:gd name="connsiteX324" fmla="*/ 10418948 w 11362354"/>
                <a:gd name="connsiteY324" fmla="*/ 565540 h 1972800"/>
                <a:gd name="connsiteX325" fmla="*/ 10949595 w 11362354"/>
                <a:gd name="connsiteY325" fmla="*/ 565540 h 1972800"/>
                <a:gd name="connsiteX326" fmla="*/ 10964075 w 11362354"/>
                <a:gd name="connsiteY326" fmla="*/ 577567 h 1972800"/>
                <a:gd name="connsiteX327" fmla="*/ 11026395 w 11362354"/>
                <a:gd name="connsiteY327" fmla="*/ 628529 h 1972800"/>
                <a:gd name="connsiteX328" fmla="*/ 10434083 w 11362354"/>
                <a:gd name="connsiteY328" fmla="*/ 628529 h 1972800"/>
                <a:gd name="connsiteX329" fmla="*/ 10418948 w 11362354"/>
                <a:gd name="connsiteY329" fmla="*/ 565540 h 1972800"/>
                <a:gd name="connsiteX330" fmla="*/ 9781432 w 11362354"/>
                <a:gd name="connsiteY330" fmla="*/ 564344 h 1972800"/>
                <a:gd name="connsiteX331" fmla="*/ 10286039 w 11362354"/>
                <a:gd name="connsiteY331" fmla="*/ 564344 h 1972800"/>
                <a:gd name="connsiteX332" fmla="*/ 10286039 w 11362354"/>
                <a:gd name="connsiteY332" fmla="*/ 627199 h 1972800"/>
                <a:gd name="connsiteX333" fmla="*/ 9781432 w 11362354"/>
                <a:gd name="connsiteY333" fmla="*/ 627199 h 1972800"/>
                <a:gd name="connsiteX334" fmla="*/ 8877431 w 11362354"/>
                <a:gd name="connsiteY334" fmla="*/ 564344 h 1972800"/>
                <a:gd name="connsiteX335" fmla="*/ 9382033 w 11362354"/>
                <a:gd name="connsiteY335" fmla="*/ 564344 h 1972800"/>
                <a:gd name="connsiteX336" fmla="*/ 9382033 w 11362354"/>
                <a:gd name="connsiteY336" fmla="*/ 627199 h 1972800"/>
                <a:gd name="connsiteX337" fmla="*/ 8877431 w 11362354"/>
                <a:gd name="connsiteY337" fmla="*/ 627199 h 1972800"/>
                <a:gd name="connsiteX338" fmla="*/ 8042875 w 11362354"/>
                <a:gd name="connsiteY338" fmla="*/ 564344 h 1972800"/>
                <a:gd name="connsiteX339" fmla="*/ 8501703 w 11362354"/>
                <a:gd name="connsiteY339" fmla="*/ 564344 h 1972800"/>
                <a:gd name="connsiteX340" fmla="*/ 8501703 w 11362354"/>
                <a:gd name="connsiteY340" fmla="*/ 627199 h 1972800"/>
                <a:gd name="connsiteX341" fmla="*/ 8042875 w 11362354"/>
                <a:gd name="connsiteY341" fmla="*/ 627199 h 1972800"/>
                <a:gd name="connsiteX342" fmla="*/ 7193139 w 11362354"/>
                <a:gd name="connsiteY342" fmla="*/ 564344 h 1972800"/>
                <a:gd name="connsiteX343" fmla="*/ 7929154 w 11362354"/>
                <a:gd name="connsiteY343" fmla="*/ 564344 h 1972800"/>
                <a:gd name="connsiteX344" fmla="*/ 7958244 w 11362354"/>
                <a:gd name="connsiteY344" fmla="*/ 627199 h 1972800"/>
                <a:gd name="connsiteX345" fmla="*/ 7193139 w 11362354"/>
                <a:gd name="connsiteY345" fmla="*/ 627199 h 1972800"/>
                <a:gd name="connsiteX346" fmla="*/ 6188669 w 11362354"/>
                <a:gd name="connsiteY346" fmla="*/ 564344 h 1972800"/>
                <a:gd name="connsiteX347" fmla="*/ 6674501 w 11362354"/>
                <a:gd name="connsiteY347" fmla="*/ 564344 h 1972800"/>
                <a:gd name="connsiteX348" fmla="*/ 6674501 w 11362354"/>
                <a:gd name="connsiteY348" fmla="*/ 627199 h 1972800"/>
                <a:gd name="connsiteX349" fmla="*/ 6188669 w 11362354"/>
                <a:gd name="connsiteY349" fmla="*/ 627199 h 1972800"/>
                <a:gd name="connsiteX350" fmla="*/ 5574793 w 11362354"/>
                <a:gd name="connsiteY350" fmla="*/ 564344 h 1972800"/>
                <a:gd name="connsiteX351" fmla="*/ 6073294 w 11362354"/>
                <a:gd name="connsiteY351" fmla="*/ 564344 h 1972800"/>
                <a:gd name="connsiteX352" fmla="*/ 6073294 w 11362354"/>
                <a:gd name="connsiteY352" fmla="*/ 627199 h 1972800"/>
                <a:gd name="connsiteX353" fmla="*/ 5574793 w 11362354"/>
                <a:gd name="connsiteY353" fmla="*/ 627199 h 1972800"/>
                <a:gd name="connsiteX354" fmla="*/ 4792811 w 11362354"/>
                <a:gd name="connsiteY354" fmla="*/ 564344 h 1972800"/>
                <a:gd name="connsiteX355" fmla="*/ 5291307 w 11362354"/>
                <a:gd name="connsiteY355" fmla="*/ 564344 h 1972800"/>
                <a:gd name="connsiteX356" fmla="*/ 5291307 w 11362354"/>
                <a:gd name="connsiteY356" fmla="*/ 627199 h 1972800"/>
                <a:gd name="connsiteX357" fmla="*/ 4792811 w 11362354"/>
                <a:gd name="connsiteY357" fmla="*/ 627199 h 1972800"/>
                <a:gd name="connsiteX358" fmla="*/ 2285298 w 11362354"/>
                <a:gd name="connsiteY358" fmla="*/ 564344 h 1972800"/>
                <a:gd name="connsiteX359" fmla="*/ 2771132 w 11362354"/>
                <a:gd name="connsiteY359" fmla="*/ 564344 h 1972800"/>
                <a:gd name="connsiteX360" fmla="*/ 2771132 w 11362354"/>
                <a:gd name="connsiteY360" fmla="*/ 627199 h 1972800"/>
                <a:gd name="connsiteX361" fmla="*/ 2285298 w 11362354"/>
                <a:gd name="connsiteY361" fmla="*/ 627199 h 1972800"/>
                <a:gd name="connsiteX362" fmla="*/ 1743635 w 11362354"/>
                <a:gd name="connsiteY362" fmla="*/ 564344 h 1972800"/>
                <a:gd name="connsiteX363" fmla="*/ 2184512 w 11362354"/>
                <a:gd name="connsiteY363" fmla="*/ 564344 h 1972800"/>
                <a:gd name="connsiteX364" fmla="*/ 2184779 w 11362354"/>
                <a:gd name="connsiteY364" fmla="*/ 571975 h 1972800"/>
                <a:gd name="connsiteX365" fmla="*/ 2181588 w 11362354"/>
                <a:gd name="connsiteY365" fmla="*/ 627199 h 1972800"/>
                <a:gd name="connsiteX366" fmla="*/ 1742032 w 11362354"/>
                <a:gd name="connsiteY366" fmla="*/ 627199 h 1972800"/>
                <a:gd name="connsiteX367" fmla="*/ 1746020 w 11362354"/>
                <a:gd name="connsiteY367" fmla="*/ 587881 h 1972800"/>
                <a:gd name="connsiteX368" fmla="*/ 985097 w 11362354"/>
                <a:gd name="connsiteY368" fmla="*/ 564344 h 1972800"/>
                <a:gd name="connsiteX369" fmla="*/ 1469893 w 11362354"/>
                <a:gd name="connsiteY369" fmla="*/ 564344 h 1972800"/>
                <a:gd name="connsiteX370" fmla="*/ 1469893 w 11362354"/>
                <a:gd name="connsiteY370" fmla="*/ 627199 h 1972800"/>
                <a:gd name="connsiteX371" fmla="*/ 985097 w 11362354"/>
                <a:gd name="connsiteY371" fmla="*/ 627199 h 1972800"/>
                <a:gd name="connsiteX372" fmla="*/ 0 w 11362354"/>
                <a:gd name="connsiteY372" fmla="*/ 564344 h 1972800"/>
                <a:gd name="connsiteX373" fmla="*/ 505721 w 11362354"/>
                <a:gd name="connsiteY373" fmla="*/ 564344 h 1972800"/>
                <a:gd name="connsiteX374" fmla="*/ 505721 w 11362354"/>
                <a:gd name="connsiteY374" fmla="*/ 627199 h 1972800"/>
                <a:gd name="connsiteX375" fmla="*/ 0 w 11362354"/>
                <a:gd name="connsiteY375" fmla="*/ 627199 h 1972800"/>
                <a:gd name="connsiteX376" fmla="*/ 4156173 w 11362354"/>
                <a:gd name="connsiteY376" fmla="*/ 564343 h 1972800"/>
                <a:gd name="connsiteX377" fmla="*/ 4635244 w 11362354"/>
                <a:gd name="connsiteY377" fmla="*/ 564343 h 1972800"/>
                <a:gd name="connsiteX378" fmla="*/ 4649285 w 11362354"/>
                <a:gd name="connsiteY378" fmla="*/ 627198 h 1972800"/>
                <a:gd name="connsiteX379" fmla="*/ 4173561 w 11362354"/>
                <a:gd name="connsiteY379" fmla="*/ 627198 h 1972800"/>
                <a:gd name="connsiteX380" fmla="*/ 4156173 w 11362354"/>
                <a:gd name="connsiteY380" fmla="*/ 564343 h 1972800"/>
                <a:gd name="connsiteX381" fmla="*/ 3330140 w 11362354"/>
                <a:gd name="connsiteY381" fmla="*/ 564343 h 1972800"/>
                <a:gd name="connsiteX382" fmla="*/ 3809216 w 11362354"/>
                <a:gd name="connsiteY382" fmla="*/ 564343 h 1972800"/>
                <a:gd name="connsiteX383" fmla="*/ 3791828 w 11362354"/>
                <a:gd name="connsiteY383" fmla="*/ 627198 h 1972800"/>
                <a:gd name="connsiteX384" fmla="*/ 3316108 w 11362354"/>
                <a:gd name="connsiteY384" fmla="*/ 627198 h 1972800"/>
                <a:gd name="connsiteX385" fmla="*/ 3330140 w 11362354"/>
                <a:gd name="connsiteY385" fmla="*/ 564343 h 1972800"/>
                <a:gd name="connsiteX386" fmla="*/ 11305691 w 11362354"/>
                <a:gd name="connsiteY386" fmla="*/ 441367 h 1972800"/>
                <a:gd name="connsiteX387" fmla="*/ 11306110 w 11362354"/>
                <a:gd name="connsiteY387" fmla="*/ 441367 h 1972800"/>
                <a:gd name="connsiteX388" fmla="*/ 11306110 w 11362354"/>
                <a:gd name="connsiteY388" fmla="*/ 441726 h 1972800"/>
                <a:gd name="connsiteX389" fmla="*/ 10419150 w 11362354"/>
                <a:gd name="connsiteY389" fmla="*/ 441367 h 1972800"/>
                <a:gd name="connsiteX390" fmla="*/ 10893359 w 11362354"/>
                <a:gd name="connsiteY390" fmla="*/ 441367 h 1972800"/>
                <a:gd name="connsiteX391" fmla="*/ 10894757 w 11362354"/>
                <a:gd name="connsiteY391" fmla="*/ 483273 h 1972800"/>
                <a:gd name="connsiteX392" fmla="*/ 10419058 w 11362354"/>
                <a:gd name="connsiteY392" fmla="*/ 483273 h 1972800"/>
                <a:gd name="connsiteX393" fmla="*/ 10417854 w 11362354"/>
                <a:gd name="connsiteY393" fmla="*/ 463084 h 1972800"/>
                <a:gd name="connsiteX394" fmla="*/ 9781432 w 11362354"/>
                <a:gd name="connsiteY394" fmla="*/ 440432 h 1972800"/>
                <a:gd name="connsiteX395" fmla="*/ 10286039 w 11362354"/>
                <a:gd name="connsiteY395" fmla="*/ 440432 h 1972800"/>
                <a:gd name="connsiteX396" fmla="*/ 10286039 w 11362354"/>
                <a:gd name="connsiteY396" fmla="*/ 482250 h 1972800"/>
                <a:gd name="connsiteX397" fmla="*/ 9781432 w 11362354"/>
                <a:gd name="connsiteY397" fmla="*/ 482250 h 1972800"/>
                <a:gd name="connsiteX398" fmla="*/ 8877431 w 11362354"/>
                <a:gd name="connsiteY398" fmla="*/ 440432 h 1972800"/>
                <a:gd name="connsiteX399" fmla="*/ 9382033 w 11362354"/>
                <a:gd name="connsiteY399" fmla="*/ 440432 h 1972800"/>
                <a:gd name="connsiteX400" fmla="*/ 9382033 w 11362354"/>
                <a:gd name="connsiteY400" fmla="*/ 482250 h 1972800"/>
                <a:gd name="connsiteX401" fmla="*/ 8877431 w 11362354"/>
                <a:gd name="connsiteY401" fmla="*/ 482250 h 1972800"/>
                <a:gd name="connsiteX402" fmla="*/ 8042875 w 11362354"/>
                <a:gd name="connsiteY402" fmla="*/ 440432 h 1972800"/>
                <a:gd name="connsiteX403" fmla="*/ 8501703 w 11362354"/>
                <a:gd name="connsiteY403" fmla="*/ 440432 h 1972800"/>
                <a:gd name="connsiteX404" fmla="*/ 8501703 w 11362354"/>
                <a:gd name="connsiteY404" fmla="*/ 482250 h 1972800"/>
                <a:gd name="connsiteX405" fmla="*/ 8042875 w 11362354"/>
                <a:gd name="connsiteY405" fmla="*/ 482250 h 1972800"/>
                <a:gd name="connsiteX406" fmla="*/ 7193139 w 11362354"/>
                <a:gd name="connsiteY406" fmla="*/ 440432 h 1972800"/>
                <a:gd name="connsiteX407" fmla="*/ 7871807 w 11362354"/>
                <a:gd name="connsiteY407" fmla="*/ 440432 h 1972800"/>
                <a:gd name="connsiteX408" fmla="*/ 7891162 w 11362354"/>
                <a:gd name="connsiteY408" fmla="*/ 482250 h 1972800"/>
                <a:gd name="connsiteX409" fmla="*/ 7193139 w 11362354"/>
                <a:gd name="connsiteY409" fmla="*/ 482250 h 1972800"/>
                <a:gd name="connsiteX410" fmla="*/ 6188669 w 11362354"/>
                <a:gd name="connsiteY410" fmla="*/ 440432 h 1972800"/>
                <a:gd name="connsiteX411" fmla="*/ 6674501 w 11362354"/>
                <a:gd name="connsiteY411" fmla="*/ 440432 h 1972800"/>
                <a:gd name="connsiteX412" fmla="*/ 6674501 w 11362354"/>
                <a:gd name="connsiteY412" fmla="*/ 482250 h 1972800"/>
                <a:gd name="connsiteX413" fmla="*/ 6188669 w 11362354"/>
                <a:gd name="connsiteY413" fmla="*/ 482250 h 1972800"/>
                <a:gd name="connsiteX414" fmla="*/ 5574793 w 11362354"/>
                <a:gd name="connsiteY414" fmla="*/ 440432 h 1972800"/>
                <a:gd name="connsiteX415" fmla="*/ 6073294 w 11362354"/>
                <a:gd name="connsiteY415" fmla="*/ 440432 h 1972800"/>
                <a:gd name="connsiteX416" fmla="*/ 6073294 w 11362354"/>
                <a:gd name="connsiteY416" fmla="*/ 482250 h 1972800"/>
                <a:gd name="connsiteX417" fmla="*/ 5574793 w 11362354"/>
                <a:gd name="connsiteY417" fmla="*/ 482250 h 1972800"/>
                <a:gd name="connsiteX418" fmla="*/ 4792811 w 11362354"/>
                <a:gd name="connsiteY418" fmla="*/ 440432 h 1972800"/>
                <a:gd name="connsiteX419" fmla="*/ 5291307 w 11362354"/>
                <a:gd name="connsiteY419" fmla="*/ 440432 h 1972800"/>
                <a:gd name="connsiteX420" fmla="*/ 5291307 w 11362354"/>
                <a:gd name="connsiteY420" fmla="*/ 482250 h 1972800"/>
                <a:gd name="connsiteX421" fmla="*/ 4792811 w 11362354"/>
                <a:gd name="connsiteY421" fmla="*/ 482250 h 1972800"/>
                <a:gd name="connsiteX422" fmla="*/ 2285298 w 11362354"/>
                <a:gd name="connsiteY422" fmla="*/ 440432 h 1972800"/>
                <a:gd name="connsiteX423" fmla="*/ 2771132 w 11362354"/>
                <a:gd name="connsiteY423" fmla="*/ 440432 h 1972800"/>
                <a:gd name="connsiteX424" fmla="*/ 2771132 w 11362354"/>
                <a:gd name="connsiteY424" fmla="*/ 482250 h 1972800"/>
                <a:gd name="connsiteX425" fmla="*/ 2285298 w 11362354"/>
                <a:gd name="connsiteY425" fmla="*/ 482250 h 1972800"/>
                <a:gd name="connsiteX426" fmla="*/ 1688066 w 11362354"/>
                <a:gd name="connsiteY426" fmla="*/ 440432 h 1972800"/>
                <a:gd name="connsiteX427" fmla="*/ 2171374 w 11362354"/>
                <a:gd name="connsiteY427" fmla="*/ 440432 h 1972800"/>
                <a:gd name="connsiteX428" fmla="*/ 2178605 w 11362354"/>
                <a:gd name="connsiteY428" fmla="*/ 482250 h 1972800"/>
                <a:gd name="connsiteX429" fmla="*/ 1717768 w 11362354"/>
                <a:gd name="connsiteY429" fmla="*/ 482250 h 1972800"/>
                <a:gd name="connsiteX430" fmla="*/ 1688066 w 11362354"/>
                <a:gd name="connsiteY430" fmla="*/ 440432 h 1972800"/>
                <a:gd name="connsiteX431" fmla="*/ 985097 w 11362354"/>
                <a:gd name="connsiteY431" fmla="*/ 440432 h 1972800"/>
                <a:gd name="connsiteX432" fmla="*/ 1469893 w 11362354"/>
                <a:gd name="connsiteY432" fmla="*/ 440432 h 1972800"/>
                <a:gd name="connsiteX433" fmla="*/ 1469893 w 11362354"/>
                <a:gd name="connsiteY433" fmla="*/ 482250 h 1972800"/>
                <a:gd name="connsiteX434" fmla="*/ 985097 w 11362354"/>
                <a:gd name="connsiteY434" fmla="*/ 482250 h 1972800"/>
                <a:gd name="connsiteX435" fmla="*/ 0 w 11362354"/>
                <a:gd name="connsiteY435" fmla="*/ 440432 h 1972800"/>
                <a:gd name="connsiteX436" fmla="*/ 505721 w 11362354"/>
                <a:gd name="connsiteY436" fmla="*/ 440432 h 1972800"/>
                <a:gd name="connsiteX437" fmla="*/ 505721 w 11362354"/>
                <a:gd name="connsiteY437" fmla="*/ 482250 h 1972800"/>
                <a:gd name="connsiteX438" fmla="*/ 0 w 11362354"/>
                <a:gd name="connsiteY438" fmla="*/ 482250 h 1972800"/>
                <a:gd name="connsiteX439" fmla="*/ 4093268 w 11362354"/>
                <a:gd name="connsiteY439" fmla="*/ 440431 h 1972800"/>
                <a:gd name="connsiteX440" fmla="*/ 4597023 w 11362354"/>
                <a:gd name="connsiteY440" fmla="*/ 440431 h 1972800"/>
                <a:gd name="connsiteX441" fmla="*/ 4611768 w 11362354"/>
                <a:gd name="connsiteY441" fmla="*/ 482249 h 1972800"/>
                <a:gd name="connsiteX442" fmla="*/ 4120709 w 11362354"/>
                <a:gd name="connsiteY442" fmla="*/ 482249 h 1972800"/>
                <a:gd name="connsiteX443" fmla="*/ 4093268 w 11362354"/>
                <a:gd name="connsiteY443" fmla="*/ 440431 h 1972800"/>
                <a:gd name="connsiteX444" fmla="*/ 3368371 w 11362354"/>
                <a:gd name="connsiteY444" fmla="*/ 440431 h 1972800"/>
                <a:gd name="connsiteX445" fmla="*/ 3872116 w 11362354"/>
                <a:gd name="connsiteY445" fmla="*/ 440431 h 1972800"/>
                <a:gd name="connsiteX446" fmla="*/ 3844680 w 11362354"/>
                <a:gd name="connsiteY446" fmla="*/ 482249 h 1972800"/>
                <a:gd name="connsiteX447" fmla="*/ 3353616 w 11362354"/>
                <a:gd name="connsiteY447" fmla="*/ 482249 h 1972800"/>
                <a:gd name="connsiteX448" fmla="*/ 3368371 w 11362354"/>
                <a:gd name="connsiteY448" fmla="*/ 440431 h 1972800"/>
                <a:gd name="connsiteX449" fmla="*/ 11223979 w 11362354"/>
                <a:gd name="connsiteY449" fmla="*/ 437563 h 1972800"/>
                <a:gd name="connsiteX450" fmla="*/ 11304274 w 11362354"/>
                <a:gd name="connsiteY450" fmla="*/ 437563 h 1972800"/>
                <a:gd name="connsiteX451" fmla="*/ 11304274 w 11362354"/>
                <a:gd name="connsiteY451" fmla="*/ 487440 h 1972800"/>
                <a:gd name="connsiteX452" fmla="*/ 11274504 w 11362354"/>
                <a:gd name="connsiteY452" fmla="*/ 487440 h 1972800"/>
                <a:gd name="connsiteX453" fmla="*/ 10437485 w 11362354"/>
                <a:gd name="connsiteY453" fmla="*/ 312620 h 1972800"/>
                <a:gd name="connsiteX454" fmla="*/ 11305204 w 11362354"/>
                <a:gd name="connsiteY454" fmla="*/ 312620 h 1972800"/>
                <a:gd name="connsiteX455" fmla="*/ 11305204 w 11362354"/>
                <a:gd name="connsiteY455" fmla="*/ 323517 h 1972800"/>
                <a:gd name="connsiteX456" fmla="*/ 11306110 w 11362354"/>
                <a:gd name="connsiteY456" fmla="*/ 323517 h 1972800"/>
                <a:gd name="connsiteX457" fmla="*/ 11306110 w 11362354"/>
                <a:gd name="connsiteY457" fmla="*/ 351547 h 1972800"/>
                <a:gd name="connsiteX458" fmla="*/ 11306110 w 11362354"/>
                <a:gd name="connsiteY458" fmla="*/ 359098 h 1972800"/>
                <a:gd name="connsiteX459" fmla="*/ 11305204 w 11362354"/>
                <a:gd name="connsiteY459" fmla="*/ 359098 h 1972800"/>
                <a:gd name="connsiteX460" fmla="*/ 11305204 w 11362354"/>
                <a:gd name="connsiteY460" fmla="*/ 363528 h 1972800"/>
                <a:gd name="connsiteX461" fmla="*/ 10423824 w 11362354"/>
                <a:gd name="connsiteY461" fmla="*/ 363528 h 1972800"/>
                <a:gd name="connsiteX462" fmla="*/ 10429797 w 11362354"/>
                <a:gd name="connsiteY462" fmla="*/ 336441 h 1972800"/>
                <a:gd name="connsiteX463" fmla="*/ 9781432 w 11362354"/>
                <a:gd name="connsiteY463" fmla="*/ 312620 h 1972800"/>
                <a:gd name="connsiteX464" fmla="*/ 10286039 w 11362354"/>
                <a:gd name="connsiteY464" fmla="*/ 312620 h 1972800"/>
                <a:gd name="connsiteX465" fmla="*/ 10286039 w 11362354"/>
                <a:gd name="connsiteY465" fmla="*/ 322833 h 1972800"/>
                <a:gd name="connsiteX466" fmla="*/ 10286039 w 11362354"/>
                <a:gd name="connsiteY466" fmla="*/ 358338 h 1972800"/>
                <a:gd name="connsiteX467" fmla="*/ 10286039 w 11362354"/>
                <a:gd name="connsiteY467" fmla="*/ 358339 h 1972800"/>
                <a:gd name="connsiteX468" fmla="*/ 9781432 w 11362354"/>
                <a:gd name="connsiteY468" fmla="*/ 358339 h 1972800"/>
                <a:gd name="connsiteX469" fmla="*/ 9781432 w 11362354"/>
                <a:gd name="connsiteY469" fmla="*/ 358338 h 1972800"/>
                <a:gd name="connsiteX470" fmla="*/ 9781432 w 11362354"/>
                <a:gd name="connsiteY470" fmla="*/ 322833 h 1972800"/>
                <a:gd name="connsiteX471" fmla="*/ 8611213 w 11362354"/>
                <a:gd name="connsiteY471" fmla="*/ 312620 h 1972800"/>
                <a:gd name="connsiteX472" fmla="*/ 9666891 w 11362354"/>
                <a:gd name="connsiteY472" fmla="*/ 312620 h 1972800"/>
                <a:gd name="connsiteX473" fmla="*/ 9666891 w 11362354"/>
                <a:gd name="connsiteY473" fmla="*/ 322833 h 1972800"/>
                <a:gd name="connsiteX474" fmla="*/ 9668568 w 11362354"/>
                <a:gd name="connsiteY474" fmla="*/ 322833 h 1972800"/>
                <a:gd name="connsiteX475" fmla="*/ 9668568 w 11362354"/>
                <a:gd name="connsiteY475" fmla="*/ 358338 h 1972800"/>
                <a:gd name="connsiteX476" fmla="*/ 9666891 w 11362354"/>
                <a:gd name="connsiteY476" fmla="*/ 358338 h 1972800"/>
                <a:gd name="connsiteX477" fmla="*/ 9666891 w 11362354"/>
                <a:gd name="connsiteY477" fmla="*/ 358339 h 1972800"/>
                <a:gd name="connsiteX478" fmla="*/ 8611213 w 11362354"/>
                <a:gd name="connsiteY478" fmla="*/ 358339 h 1972800"/>
                <a:gd name="connsiteX479" fmla="*/ 8037009 w 11362354"/>
                <a:gd name="connsiteY479" fmla="*/ 312620 h 1972800"/>
                <a:gd name="connsiteX480" fmla="*/ 8500026 w 11362354"/>
                <a:gd name="connsiteY480" fmla="*/ 312620 h 1972800"/>
                <a:gd name="connsiteX481" fmla="*/ 8500026 w 11362354"/>
                <a:gd name="connsiteY481" fmla="*/ 322833 h 1972800"/>
                <a:gd name="connsiteX482" fmla="*/ 8501703 w 11362354"/>
                <a:gd name="connsiteY482" fmla="*/ 322833 h 1972800"/>
                <a:gd name="connsiteX483" fmla="*/ 8501703 w 11362354"/>
                <a:gd name="connsiteY483" fmla="*/ 358338 h 1972800"/>
                <a:gd name="connsiteX484" fmla="*/ 8500026 w 11362354"/>
                <a:gd name="connsiteY484" fmla="*/ 358338 h 1972800"/>
                <a:gd name="connsiteX485" fmla="*/ 8500026 w 11362354"/>
                <a:gd name="connsiteY485" fmla="*/ 358339 h 1972800"/>
                <a:gd name="connsiteX486" fmla="*/ 8037009 w 11362354"/>
                <a:gd name="connsiteY486" fmla="*/ 358339 h 1972800"/>
                <a:gd name="connsiteX487" fmla="*/ 7193139 w 11362354"/>
                <a:gd name="connsiteY487" fmla="*/ 312620 h 1972800"/>
                <a:gd name="connsiteX488" fmla="*/ 7812777 w 11362354"/>
                <a:gd name="connsiteY488" fmla="*/ 312620 h 1972800"/>
                <a:gd name="connsiteX489" fmla="*/ 7833342 w 11362354"/>
                <a:gd name="connsiteY489" fmla="*/ 357178 h 1972800"/>
                <a:gd name="connsiteX490" fmla="*/ 7833342 w 11362354"/>
                <a:gd name="connsiteY490" fmla="*/ 357314 h 1972800"/>
                <a:gd name="connsiteX491" fmla="*/ 7833816 w 11362354"/>
                <a:gd name="connsiteY491" fmla="*/ 358338 h 1972800"/>
                <a:gd name="connsiteX492" fmla="*/ 7833342 w 11362354"/>
                <a:gd name="connsiteY492" fmla="*/ 358338 h 1972800"/>
                <a:gd name="connsiteX493" fmla="*/ 7833342 w 11362354"/>
                <a:gd name="connsiteY493" fmla="*/ 358339 h 1972800"/>
                <a:gd name="connsiteX494" fmla="*/ 7193139 w 11362354"/>
                <a:gd name="connsiteY494" fmla="*/ 358339 h 1972800"/>
                <a:gd name="connsiteX495" fmla="*/ 7193139 w 11362354"/>
                <a:gd name="connsiteY495" fmla="*/ 358338 h 1972800"/>
                <a:gd name="connsiteX496" fmla="*/ 7193139 w 11362354"/>
                <a:gd name="connsiteY496" fmla="*/ 322833 h 1972800"/>
                <a:gd name="connsiteX497" fmla="*/ 6184479 w 11362354"/>
                <a:gd name="connsiteY497" fmla="*/ 312620 h 1972800"/>
                <a:gd name="connsiteX498" fmla="*/ 7080274 w 11362354"/>
                <a:gd name="connsiteY498" fmla="*/ 312620 h 1972800"/>
                <a:gd name="connsiteX499" fmla="*/ 7080274 w 11362354"/>
                <a:gd name="connsiteY499" fmla="*/ 322833 h 1972800"/>
                <a:gd name="connsiteX500" fmla="*/ 7080275 w 11362354"/>
                <a:gd name="connsiteY500" fmla="*/ 322833 h 1972800"/>
                <a:gd name="connsiteX501" fmla="*/ 7080275 w 11362354"/>
                <a:gd name="connsiteY501" fmla="*/ 358338 h 1972800"/>
                <a:gd name="connsiteX502" fmla="*/ 7080274 w 11362354"/>
                <a:gd name="connsiteY502" fmla="*/ 358338 h 1972800"/>
                <a:gd name="connsiteX503" fmla="*/ 7080274 w 11362354"/>
                <a:gd name="connsiteY503" fmla="*/ 358339 h 1972800"/>
                <a:gd name="connsiteX504" fmla="*/ 6184479 w 11362354"/>
                <a:gd name="connsiteY504" fmla="*/ 358339 h 1972800"/>
                <a:gd name="connsiteX505" fmla="*/ 5574793 w 11362354"/>
                <a:gd name="connsiteY505" fmla="*/ 312620 h 1972800"/>
                <a:gd name="connsiteX506" fmla="*/ 6073294 w 11362354"/>
                <a:gd name="connsiteY506" fmla="*/ 312620 h 1972800"/>
                <a:gd name="connsiteX507" fmla="*/ 6073294 w 11362354"/>
                <a:gd name="connsiteY507" fmla="*/ 322833 h 1972800"/>
                <a:gd name="connsiteX508" fmla="*/ 6073294 w 11362354"/>
                <a:gd name="connsiteY508" fmla="*/ 358338 h 1972800"/>
                <a:gd name="connsiteX509" fmla="*/ 6073294 w 11362354"/>
                <a:gd name="connsiteY509" fmla="*/ 358339 h 1972800"/>
                <a:gd name="connsiteX510" fmla="*/ 5574793 w 11362354"/>
                <a:gd name="connsiteY510" fmla="*/ 358339 h 1972800"/>
                <a:gd name="connsiteX511" fmla="*/ 5574793 w 11362354"/>
                <a:gd name="connsiteY511" fmla="*/ 358338 h 1972800"/>
                <a:gd name="connsiteX512" fmla="*/ 5574793 w 11362354"/>
                <a:gd name="connsiteY512" fmla="*/ 322833 h 1972800"/>
                <a:gd name="connsiteX513" fmla="*/ 4792811 w 11362354"/>
                <a:gd name="connsiteY513" fmla="*/ 312620 h 1972800"/>
                <a:gd name="connsiteX514" fmla="*/ 5291307 w 11362354"/>
                <a:gd name="connsiteY514" fmla="*/ 312620 h 1972800"/>
                <a:gd name="connsiteX515" fmla="*/ 5291307 w 11362354"/>
                <a:gd name="connsiteY515" fmla="*/ 322833 h 1972800"/>
                <a:gd name="connsiteX516" fmla="*/ 5291307 w 11362354"/>
                <a:gd name="connsiteY516" fmla="*/ 358338 h 1972800"/>
                <a:gd name="connsiteX517" fmla="*/ 5291307 w 11362354"/>
                <a:gd name="connsiteY517" fmla="*/ 358339 h 1972800"/>
                <a:gd name="connsiteX518" fmla="*/ 4792811 w 11362354"/>
                <a:gd name="connsiteY518" fmla="*/ 358339 h 1972800"/>
                <a:gd name="connsiteX519" fmla="*/ 4792811 w 11362354"/>
                <a:gd name="connsiteY519" fmla="*/ 358338 h 1972800"/>
                <a:gd name="connsiteX520" fmla="*/ 4792811 w 11362354"/>
                <a:gd name="connsiteY520" fmla="*/ 322833 h 1972800"/>
                <a:gd name="connsiteX521" fmla="*/ 2285298 w 11362354"/>
                <a:gd name="connsiteY521" fmla="*/ 312620 h 1972800"/>
                <a:gd name="connsiteX522" fmla="*/ 3183254 w 11362354"/>
                <a:gd name="connsiteY522" fmla="*/ 312620 h 1972800"/>
                <a:gd name="connsiteX523" fmla="*/ 3183254 w 11362354"/>
                <a:gd name="connsiteY523" fmla="*/ 322833 h 1972800"/>
                <a:gd name="connsiteX524" fmla="*/ 3183254 w 11362354"/>
                <a:gd name="connsiteY524" fmla="*/ 358338 h 1972800"/>
                <a:gd name="connsiteX525" fmla="*/ 3183254 w 11362354"/>
                <a:gd name="connsiteY525" fmla="*/ 358339 h 1972800"/>
                <a:gd name="connsiteX526" fmla="*/ 2285298 w 11362354"/>
                <a:gd name="connsiteY526" fmla="*/ 358339 h 1972800"/>
                <a:gd name="connsiteX527" fmla="*/ 2285298 w 11362354"/>
                <a:gd name="connsiteY527" fmla="*/ 358338 h 1972800"/>
                <a:gd name="connsiteX528" fmla="*/ 2285298 w 11362354"/>
                <a:gd name="connsiteY528" fmla="*/ 322833 h 1972800"/>
                <a:gd name="connsiteX529" fmla="*/ 985097 w 11362354"/>
                <a:gd name="connsiteY529" fmla="*/ 312620 h 1972800"/>
                <a:gd name="connsiteX530" fmla="*/ 2135110 w 11362354"/>
                <a:gd name="connsiteY530" fmla="*/ 312620 h 1972800"/>
                <a:gd name="connsiteX531" fmla="*/ 2148730 w 11362354"/>
                <a:gd name="connsiteY531" fmla="*/ 358335 h 1972800"/>
                <a:gd name="connsiteX532" fmla="*/ 2148731 w 11362354"/>
                <a:gd name="connsiteY532" fmla="*/ 358338 h 1972800"/>
                <a:gd name="connsiteX533" fmla="*/ 2148731 w 11362354"/>
                <a:gd name="connsiteY533" fmla="*/ 358339 h 1972800"/>
                <a:gd name="connsiteX534" fmla="*/ 985097 w 11362354"/>
                <a:gd name="connsiteY534" fmla="*/ 358339 h 1972800"/>
                <a:gd name="connsiteX535" fmla="*/ 985097 w 11362354"/>
                <a:gd name="connsiteY535" fmla="*/ 358338 h 1972800"/>
                <a:gd name="connsiteX536" fmla="*/ 985097 w 11362354"/>
                <a:gd name="connsiteY536" fmla="*/ 322833 h 1972800"/>
                <a:gd name="connsiteX537" fmla="*/ 0 w 11362354"/>
                <a:gd name="connsiteY537" fmla="*/ 312620 h 1972800"/>
                <a:gd name="connsiteX538" fmla="*/ 877145 w 11362354"/>
                <a:gd name="connsiteY538" fmla="*/ 312620 h 1972800"/>
                <a:gd name="connsiteX539" fmla="*/ 877145 w 11362354"/>
                <a:gd name="connsiteY539" fmla="*/ 322833 h 1972800"/>
                <a:gd name="connsiteX540" fmla="*/ 877145 w 11362354"/>
                <a:gd name="connsiteY540" fmla="*/ 358338 h 1972800"/>
                <a:gd name="connsiteX541" fmla="*/ 877145 w 11362354"/>
                <a:gd name="connsiteY541" fmla="*/ 358339 h 1972800"/>
                <a:gd name="connsiteX542" fmla="*/ 0 w 11362354"/>
                <a:gd name="connsiteY542" fmla="*/ 358339 h 1972800"/>
                <a:gd name="connsiteX543" fmla="*/ 0 w 11362354"/>
                <a:gd name="connsiteY543" fmla="*/ 358338 h 1972800"/>
                <a:gd name="connsiteX544" fmla="*/ 0 w 11362354"/>
                <a:gd name="connsiteY544" fmla="*/ 322833 h 1972800"/>
                <a:gd name="connsiteX545" fmla="*/ 3426524 w 11362354"/>
                <a:gd name="connsiteY545" fmla="*/ 311140 h 1972800"/>
                <a:gd name="connsiteX546" fmla="*/ 4541246 w 11362354"/>
                <a:gd name="connsiteY546" fmla="*/ 311140 h 1972800"/>
                <a:gd name="connsiteX547" fmla="*/ 4565836 w 11362354"/>
                <a:gd name="connsiteY547" fmla="*/ 363528 h 1972800"/>
                <a:gd name="connsiteX548" fmla="*/ 3720591 w 11362354"/>
                <a:gd name="connsiteY548" fmla="*/ 363528 h 1972800"/>
                <a:gd name="connsiteX549" fmla="*/ 3720591 w 11362354"/>
                <a:gd name="connsiteY549" fmla="*/ 361147 h 1972800"/>
                <a:gd name="connsiteX550" fmla="*/ 3403052 w 11362354"/>
                <a:gd name="connsiteY550" fmla="*/ 361147 h 1972800"/>
                <a:gd name="connsiteX551" fmla="*/ 10479636 w 11362354"/>
                <a:gd name="connsiteY551" fmla="*/ 204267 h 1972800"/>
                <a:gd name="connsiteX552" fmla="*/ 10671926 w 11362354"/>
                <a:gd name="connsiteY552" fmla="*/ 204267 h 1972800"/>
                <a:gd name="connsiteX553" fmla="*/ 11306110 w 11362354"/>
                <a:gd name="connsiteY553" fmla="*/ 204267 h 1972800"/>
                <a:gd name="connsiteX554" fmla="*/ 11306110 w 11362354"/>
                <a:gd name="connsiteY554" fmla="*/ 241250 h 1972800"/>
                <a:gd name="connsiteX555" fmla="*/ 10671926 w 11362354"/>
                <a:gd name="connsiteY555" fmla="*/ 241250 h 1972800"/>
                <a:gd name="connsiteX556" fmla="*/ 10463420 w 11362354"/>
                <a:gd name="connsiteY556" fmla="*/ 241250 h 1972800"/>
                <a:gd name="connsiteX557" fmla="*/ 9781432 w 11362354"/>
                <a:gd name="connsiteY557" fmla="*/ 203834 h 1972800"/>
                <a:gd name="connsiteX558" fmla="*/ 10286039 w 11362354"/>
                <a:gd name="connsiteY558" fmla="*/ 203834 h 1972800"/>
                <a:gd name="connsiteX559" fmla="*/ 10286039 w 11362354"/>
                <a:gd name="connsiteY559" fmla="*/ 240739 h 1972800"/>
                <a:gd name="connsiteX560" fmla="*/ 9781432 w 11362354"/>
                <a:gd name="connsiteY560" fmla="*/ 240739 h 1972800"/>
                <a:gd name="connsiteX561" fmla="*/ 8612890 w 11362354"/>
                <a:gd name="connsiteY561" fmla="*/ 203834 h 1972800"/>
                <a:gd name="connsiteX562" fmla="*/ 9668568 w 11362354"/>
                <a:gd name="connsiteY562" fmla="*/ 203834 h 1972800"/>
                <a:gd name="connsiteX563" fmla="*/ 9668568 w 11362354"/>
                <a:gd name="connsiteY563" fmla="*/ 240739 h 1972800"/>
                <a:gd name="connsiteX564" fmla="*/ 8612890 w 11362354"/>
                <a:gd name="connsiteY564" fmla="*/ 240739 h 1972800"/>
                <a:gd name="connsiteX565" fmla="*/ 8042875 w 11362354"/>
                <a:gd name="connsiteY565" fmla="*/ 203834 h 1972800"/>
                <a:gd name="connsiteX566" fmla="*/ 8501703 w 11362354"/>
                <a:gd name="connsiteY566" fmla="*/ 203834 h 1972800"/>
                <a:gd name="connsiteX567" fmla="*/ 8501703 w 11362354"/>
                <a:gd name="connsiteY567" fmla="*/ 240739 h 1972800"/>
                <a:gd name="connsiteX568" fmla="*/ 8042875 w 11362354"/>
                <a:gd name="connsiteY568" fmla="*/ 240739 h 1972800"/>
                <a:gd name="connsiteX569" fmla="*/ 7193139 w 11362354"/>
                <a:gd name="connsiteY569" fmla="*/ 203834 h 1972800"/>
                <a:gd name="connsiteX570" fmla="*/ 7762309 w 11362354"/>
                <a:gd name="connsiteY570" fmla="*/ 203834 h 1972800"/>
                <a:gd name="connsiteX571" fmla="*/ 7779389 w 11362354"/>
                <a:gd name="connsiteY571" fmla="*/ 240739 h 1972800"/>
                <a:gd name="connsiteX572" fmla="*/ 7193139 w 11362354"/>
                <a:gd name="connsiteY572" fmla="*/ 240739 h 1972800"/>
                <a:gd name="connsiteX573" fmla="*/ 6188669 w 11362354"/>
                <a:gd name="connsiteY573" fmla="*/ 203834 h 1972800"/>
                <a:gd name="connsiteX574" fmla="*/ 7080275 w 11362354"/>
                <a:gd name="connsiteY574" fmla="*/ 203834 h 1972800"/>
                <a:gd name="connsiteX575" fmla="*/ 7080275 w 11362354"/>
                <a:gd name="connsiteY575" fmla="*/ 240739 h 1972800"/>
                <a:gd name="connsiteX576" fmla="*/ 6188669 w 11362354"/>
                <a:gd name="connsiteY576" fmla="*/ 240739 h 1972800"/>
                <a:gd name="connsiteX577" fmla="*/ 5574793 w 11362354"/>
                <a:gd name="connsiteY577" fmla="*/ 203834 h 1972800"/>
                <a:gd name="connsiteX578" fmla="*/ 6073294 w 11362354"/>
                <a:gd name="connsiteY578" fmla="*/ 203834 h 1972800"/>
                <a:gd name="connsiteX579" fmla="*/ 6073294 w 11362354"/>
                <a:gd name="connsiteY579" fmla="*/ 240739 h 1972800"/>
                <a:gd name="connsiteX580" fmla="*/ 5574793 w 11362354"/>
                <a:gd name="connsiteY580" fmla="*/ 240739 h 1972800"/>
                <a:gd name="connsiteX581" fmla="*/ 4792811 w 11362354"/>
                <a:gd name="connsiteY581" fmla="*/ 203834 h 1972800"/>
                <a:gd name="connsiteX582" fmla="*/ 5291307 w 11362354"/>
                <a:gd name="connsiteY582" fmla="*/ 203834 h 1972800"/>
                <a:gd name="connsiteX583" fmla="*/ 5291307 w 11362354"/>
                <a:gd name="connsiteY583" fmla="*/ 240739 h 1972800"/>
                <a:gd name="connsiteX584" fmla="*/ 4792811 w 11362354"/>
                <a:gd name="connsiteY584" fmla="*/ 240739 h 1972800"/>
                <a:gd name="connsiteX585" fmla="*/ 2285298 w 11362354"/>
                <a:gd name="connsiteY585" fmla="*/ 203834 h 1972800"/>
                <a:gd name="connsiteX586" fmla="*/ 3183254 w 11362354"/>
                <a:gd name="connsiteY586" fmla="*/ 203834 h 1972800"/>
                <a:gd name="connsiteX587" fmla="*/ 3183254 w 11362354"/>
                <a:gd name="connsiteY587" fmla="*/ 240739 h 1972800"/>
                <a:gd name="connsiteX588" fmla="*/ 2285298 w 11362354"/>
                <a:gd name="connsiteY588" fmla="*/ 240739 h 1972800"/>
                <a:gd name="connsiteX589" fmla="*/ 985097 w 11362354"/>
                <a:gd name="connsiteY589" fmla="*/ 203834 h 1972800"/>
                <a:gd name="connsiteX590" fmla="*/ 2069184 w 11362354"/>
                <a:gd name="connsiteY590" fmla="*/ 203834 h 1972800"/>
                <a:gd name="connsiteX591" fmla="*/ 2093941 w 11362354"/>
                <a:gd name="connsiteY591" fmla="*/ 240739 h 1972800"/>
                <a:gd name="connsiteX592" fmla="*/ 985097 w 11362354"/>
                <a:gd name="connsiteY592" fmla="*/ 240739 h 1972800"/>
                <a:gd name="connsiteX593" fmla="*/ 0 w 11362354"/>
                <a:gd name="connsiteY593" fmla="*/ 203834 h 1972800"/>
                <a:gd name="connsiteX594" fmla="*/ 877145 w 11362354"/>
                <a:gd name="connsiteY594" fmla="*/ 203834 h 1972800"/>
                <a:gd name="connsiteX595" fmla="*/ 877145 w 11362354"/>
                <a:gd name="connsiteY595" fmla="*/ 240739 h 1972800"/>
                <a:gd name="connsiteX596" fmla="*/ 0 w 11362354"/>
                <a:gd name="connsiteY596" fmla="*/ 240739 h 1972800"/>
                <a:gd name="connsiteX597" fmla="*/ 3491565 w 11362354"/>
                <a:gd name="connsiteY597" fmla="*/ 203833 h 1972800"/>
                <a:gd name="connsiteX598" fmla="*/ 4473824 w 11362354"/>
                <a:gd name="connsiteY598" fmla="*/ 203833 h 1972800"/>
                <a:gd name="connsiteX599" fmla="*/ 4499119 w 11362354"/>
                <a:gd name="connsiteY599" fmla="*/ 240738 h 1972800"/>
                <a:gd name="connsiteX600" fmla="*/ 3466269 w 11362354"/>
                <a:gd name="connsiteY600" fmla="*/ 240738 h 1972800"/>
                <a:gd name="connsiteX601" fmla="*/ 3491565 w 11362354"/>
                <a:gd name="connsiteY601" fmla="*/ 203833 h 1972800"/>
                <a:gd name="connsiteX602" fmla="*/ 10550205 w 11362354"/>
                <a:gd name="connsiteY602" fmla="*/ 96959 h 1972800"/>
                <a:gd name="connsiteX603" fmla="*/ 10671926 w 11362354"/>
                <a:gd name="connsiteY603" fmla="*/ 96959 h 1972800"/>
                <a:gd name="connsiteX604" fmla="*/ 11306110 w 11362354"/>
                <a:gd name="connsiteY604" fmla="*/ 96959 h 1972800"/>
                <a:gd name="connsiteX605" fmla="*/ 11306110 w 11362354"/>
                <a:gd name="connsiteY605" fmla="*/ 121993 h 1972800"/>
                <a:gd name="connsiteX606" fmla="*/ 10671926 w 11362354"/>
                <a:gd name="connsiteY606" fmla="*/ 121993 h 1972800"/>
                <a:gd name="connsiteX607" fmla="*/ 10531544 w 11362354"/>
                <a:gd name="connsiteY607" fmla="*/ 121993 h 1972800"/>
                <a:gd name="connsiteX608" fmla="*/ 9781432 w 11362354"/>
                <a:gd name="connsiteY608" fmla="*/ 96753 h 1972800"/>
                <a:gd name="connsiteX609" fmla="*/ 10286039 w 11362354"/>
                <a:gd name="connsiteY609" fmla="*/ 96753 h 1972800"/>
                <a:gd name="connsiteX610" fmla="*/ 10286039 w 11362354"/>
                <a:gd name="connsiteY610" fmla="*/ 121735 h 1972800"/>
                <a:gd name="connsiteX611" fmla="*/ 9781432 w 11362354"/>
                <a:gd name="connsiteY611" fmla="*/ 121735 h 1972800"/>
                <a:gd name="connsiteX612" fmla="*/ 8612890 w 11362354"/>
                <a:gd name="connsiteY612" fmla="*/ 96753 h 1972800"/>
                <a:gd name="connsiteX613" fmla="*/ 9668568 w 11362354"/>
                <a:gd name="connsiteY613" fmla="*/ 96753 h 1972800"/>
                <a:gd name="connsiteX614" fmla="*/ 9668568 w 11362354"/>
                <a:gd name="connsiteY614" fmla="*/ 121735 h 1972800"/>
                <a:gd name="connsiteX615" fmla="*/ 8612890 w 11362354"/>
                <a:gd name="connsiteY615" fmla="*/ 121735 h 1972800"/>
                <a:gd name="connsiteX616" fmla="*/ 8042875 w 11362354"/>
                <a:gd name="connsiteY616" fmla="*/ 96753 h 1972800"/>
                <a:gd name="connsiteX617" fmla="*/ 8501703 w 11362354"/>
                <a:gd name="connsiteY617" fmla="*/ 96753 h 1972800"/>
                <a:gd name="connsiteX618" fmla="*/ 8501703 w 11362354"/>
                <a:gd name="connsiteY618" fmla="*/ 121735 h 1972800"/>
                <a:gd name="connsiteX619" fmla="*/ 8042875 w 11362354"/>
                <a:gd name="connsiteY619" fmla="*/ 121735 h 1972800"/>
                <a:gd name="connsiteX620" fmla="*/ 7193139 w 11362354"/>
                <a:gd name="connsiteY620" fmla="*/ 96753 h 1972800"/>
                <a:gd name="connsiteX621" fmla="*/ 7712749 w 11362354"/>
                <a:gd name="connsiteY621" fmla="*/ 96753 h 1972800"/>
                <a:gd name="connsiteX622" fmla="*/ 7724312 w 11362354"/>
                <a:gd name="connsiteY622" fmla="*/ 121735 h 1972800"/>
                <a:gd name="connsiteX623" fmla="*/ 7193139 w 11362354"/>
                <a:gd name="connsiteY623" fmla="*/ 121735 h 1972800"/>
                <a:gd name="connsiteX624" fmla="*/ 6188669 w 11362354"/>
                <a:gd name="connsiteY624" fmla="*/ 96753 h 1972800"/>
                <a:gd name="connsiteX625" fmla="*/ 7080275 w 11362354"/>
                <a:gd name="connsiteY625" fmla="*/ 96753 h 1972800"/>
                <a:gd name="connsiteX626" fmla="*/ 7080275 w 11362354"/>
                <a:gd name="connsiteY626" fmla="*/ 121735 h 1972800"/>
                <a:gd name="connsiteX627" fmla="*/ 6188669 w 11362354"/>
                <a:gd name="connsiteY627" fmla="*/ 121735 h 1972800"/>
                <a:gd name="connsiteX628" fmla="*/ 5574793 w 11362354"/>
                <a:gd name="connsiteY628" fmla="*/ 96753 h 1972800"/>
                <a:gd name="connsiteX629" fmla="*/ 6073294 w 11362354"/>
                <a:gd name="connsiteY629" fmla="*/ 96753 h 1972800"/>
                <a:gd name="connsiteX630" fmla="*/ 6073294 w 11362354"/>
                <a:gd name="connsiteY630" fmla="*/ 121735 h 1972800"/>
                <a:gd name="connsiteX631" fmla="*/ 5574793 w 11362354"/>
                <a:gd name="connsiteY631" fmla="*/ 121735 h 1972800"/>
                <a:gd name="connsiteX632" fmla="*/ 4792811 w 11362354"/>
                <a:gd name="connsiteY632" fmla="*/ 96753 h 1972800"/>
                <a:gd name="connsiteX633" fmla="*/ 5291307 w 11362354"/>
                <a:gd name="connsiteY633" fmla="*/ 96753 h 1972800"/>
                <a:gd name="connsiteX634" fmla="*/ 5291307 w 11362354"/>
                <a:gd name="connsiteY634" fmla="*/ 121735 h 1972800"/>
                <a:gd name="connsiteX635" fmla="*/ 4792811 w 11362354"/>
                <a:gd name="connsiteY635" fmla="*/ 121735 h 1972800"/>
                <a:gd name="connsiteX636" fmla="*/ 2285298 w 11362354"/>
                <a:gd name="connsiteY636" fmla="*/ 96753 h 1972800"/>
                <a:gd name="connsiteX637" fmla="*/ 3183254 w 11362354"/>
                <a:gd name="connsiteY637" fmla="*/ 96753 h 1972800"/>
                <a:gd name="connsiteX638" fmla="*/ 3183254 w 11362354"/>
                <a:gd name="connsiteY638" fmla="*/ 121735 h 1972800"/>
                <a:gd name="connsiteX639" fmla="*/ 2285298 w 11362354"/>
                <a:gd name="connsiteY639" fmla="*/ 121735 h 1972800"/>
                <a:gd name="connsiteX640" fmla="*/ 985097 w 11362354"/>
                <a:gd name="connsiteY640" fmla="*/ 96753 h 1972800"/>
                <a:gd name="connsiteX641" fmla="*/ 1978552 w 11362354"/>
                <a:gd name="connsiteY641" fmla="*/ 96753 h 1972800"/>
                <a:gd name="connsiteX642" fmla="*/ 2002599 w 11362354"/>
                <a:gd name="connsiteY642" fmla="*/ 121735 h 1972800"/>
                <a:gd name="connsiteX643" fmla="*/ 985097 w 11362354"/>
                <a:gd name="connsiteY643" fmla="*/ 121735 h 1972800"/>
                <a:gd name="connsiteX644" fmla="*/ 0 w 11362354"/>
                <a:gd name="connsiteY644" fmla="*/ 96753 h 1972800"/>
                <a:gd name="connsiteX645" fmla="*/ 877145 w 11362354"/>
                <a:gd name="connsiteY645" fmla="*/ 96753 h 1972800"/>
                <a:gd name="connsiteX646" fmla="*/ 877145 w 11362354"/>
                <a:gd name="connsiteY646" fmla="*/ 121735 h 1972800"/>
                <a:gd name="connsiteX647" fmla="*/ 0 w 11362354"/>
                <a:gd name="connsiteY647" fmla="*/ 121735 h 1972800"/>
                <a:gd name="connsiteX648" fmla="*/ 3581580 w 11362354"/>
                <a:gd name="connsiteY648" fmla="*/ 96752 h 1972800"/>
                <a:gd name="connsiteX649" fmla="*/ 4383809 w 11362354"/>
                <a:gd name="connsiteY649" fmla="*/ 96752 h 1972800"/>
                <a:gd name="connsiteX650" fmla="*/ 4407456 w 11362354"/>
                <a:gd name="connsiteY650" fmla="*/ 121734 h 1972800"/>
                <a:gd name="connsiteX651" fmla="*/ 3557933 w 11362354"/>
                <a:gd name="connsiteY651" fmla="*/ 121734 h 1972800"/>
                <a:gd name="connsiteX652" fmla="*/ 3581580 w 11362354"/>
                <a:gd name="connsiteY652" fmla="*/ 96752 h 1972800"/>
                <a:gd name="connsiteX653" fmla="*/ 10683999 w 11362354"/>
                <a:gd name="connsiteY653" fmla="*/ 1 h 1972800"/>
                <a:gd name="connsiteX654" fmla="*/ 10743787 w 11362354"/>
                <a:gd name="connsiteY654" fmla="*/ 1 h 1972800"/>
                <a:gd name="connsiteX655" fmla="*/ 10800434 w 11362354"/>
                <a:gd name="connsiteY655" fmla="*/ 2849 h 1972800"/>
                <a:gd name="connsiteX656" fmla="*/ 10800434 w 11362354"/>
                <a:gd name="connsiteY656" fmla="*/ 1 h 1972800"/>
                <a:gd name="connsiteX657" fmla="*/ 11306110 w 11362354"/>
                <a:gd name="connsiteY657" fmla="*/ 1 h 1972800"/>
                <a:gd name="connsiteX658" fmla="*/ 11306110 w 11362354"/>
                <a:gd name="connsiteY658" fmla="*/ 14690 h 1972800"/>
                <a:gd name="connsiteX659" fmla="*/ 10671926 w 11362354"/>
                <a:gd name="connsiteY659" fmla="*/ 14690 h 1972800"/>
                <a:gd name="connsiteX660" fmla="*/ 10634292 w 11362354"/>
                <a:gd name="connsiteY660" fmla="*/ 14690 h 1972800"/>
                <a:gd name="connsiteX661" fmla="*/ 10646512 w 11362354"/>
                <a:gd name="connsiteY661" fmla="*/ 4251 h 1972800"/>
                <a:gd name="connsiteX662" fmla="*/ 10646512 w 11362354"/>
                <a:gd name="connsiteY662" fmla="*/ 2687 h 1972800"/>
                <a:gd name="connsiteX663" fmla="*/ 10671926 w 11362354"/>
                <a:gd name="connsiteY663" fmla="*/ 1221 h 1972800"/>
                <a:gd name="connsiteX664" fmla="*/ 10671926 w 11362354"/>
                <a:gd name="connsiteY664" fmla="*/ 697 h 1972800"/>
                <a:gd name="connsiteX665" fmla="*/ 9781432 w 11362354"/>
                <a:gd name="connsiteY665" fmla="*/ 1 h 1972800"/>
                <a:gd name="connsiteX666" fmla="*/ 10286039 w 11362354"/>
                <a:gd name="connsiteY666" fmla="*/ 1 h 1972800"/>
                <a:gd name="connsiteX667" fmla="*/ 10286039 w 11362354"/>
                <a:gd name="connsiteY667" fmla="*/ 14659 h 1972800"/>
                <a:gd name="connsiteX668" fmla="*/ 9781432 w 11362354"/>
                <a:gd name="connsiteY668" fmla="*/ 14659 h 1972800"/>
                <a:gd name="connsiteX669" fmla="*/ 8612890 w 11362354"/>
                <a:gd name="connsiteY669" fmla="*/ 1 h 1972800"/>
                <a:gd name="connsiteX670" fmla="*/ 9668568 w 11362354"/>
                <a:gd name="connsiteY670" fmla="*/ 1 h 1972800"/>
                <a:gd name="connsiteX671" fmla="*/ 9668568 w 11362354"/>
                <a:gd name="connsiteY671" fmla="*/ 14659 h 1972800"/>
                <a:gd name="connsiteX672" fmla="*/ 8612890 w 11362354"/>
                <a:gd name="connsiteY672" fmla="*/ 14659 h 1972800"/>
                <a:gd name="connsiteX673" fmla="*/ 8042875 w 11362354"/>
                <a:gd name="connsiteY673" fmla="*/ 1 h 1972800"/>
                <a:gd name="connsiteX674" fmla="*/ 8501703 w 11362354"/>
                <a:gd name="connsiteY674" fmla="*/ 1 h 1972800"/>
                <a:gd name="connsiteX675" fmla="*/ 8501703 w 11362354"/>
                <a:gd name="connsiteY675" fmla="*/ 14659 h 1972800"/>
                <a:gd name="connsiteX676" fmla="*/ 8042875 w 11362354"/>
                <a:gd name="connsiteY676" fmla="*/ 14659 h 1972800"/>
                <a:gd name="connsiteX677" fmla="*/ 7193139 w 11362354"/>
                <a:gd name="connsiteY677" fmla="*/ 1 h 1972800"/>
                <a:gd name="connsiteX678" fmla="*/ 7667970 w 11362354"/>
                <a:gd name="connsiteY678" fmla="*/ 1 h 1972800"/>
                <a:gd name="connsiteX679" fmla="*/ 7674758 w 11362354"/>
                <a:gd name="connsiteY679" fmla="*/ 14659 h 1972800"/>
                <a:gd name="connsiteX680" fmla="*/ 7193139 w 11362354"/>
                <a:gd name="connsiteY680" fmla="*/ 14659 h 1972800"/>
                <a:gd name="connsiteX681" fmla="*/ 6188669 w 11362354"/>
                <a:gd name="connsiteY681" fmla="*/ 1 h 1972800"/>
                <a:gd name="connsiteX682" fmla="*/ 7080275 w 11362354"/>
                <a:gd name="connsiteY682" fmla="*/ 1 h 1972800"/>
                <a:gd name="connsiteX683" fmla="*/ 7080275 w 11362354"/>
                <a:gd name="connsiteY683" fmla="*/ 14659 h 1972800"/>
                <a:gd name="connsiteX684" fmla="*/ 6188669 w 11362354"/>
                <a:gd name="connsiteY684" fmla="*/ 14659 h 1972800"/>
                <a:gd name="connsiteX685" fmla="*/ 5574793 w 11362354"/>
                <a:gd name="connsiteY685" fmla="*/ 1 h 1972800"/>
                <a:gd name="connsiteX686" fmla="*/ 6073294 w 11362354"/>
                <a:gd name="connsiteY686" fmla="*/ 1 h 1972800"/>
                <a:gd name="connsiteX687" fmla="*/ 6073294 w 11362354"/>
                <a:gd name="connsiteY687" fmla="*/ 14659 h 1972800"/>
                <a:gd name="connsiteX688" fmla="*/ 5574793 w 11362354"/>
                <a:gd name="connsiteY688" fmla="*/ 14659 h 1972800"/>
                <a:gd name="connsiteX689" fmla="*/ 4792811 w 11362354"/>
                <a:gd name="connsiteY689" fmla="*/ 1 h 1972800"/>
                <a:gd name="connsiteX690" fmla="*/ 5291307 w 11362354"/>
                <a:gd name="connsiteY690" fmla="*/ 1 h 1972800"/>
                <a:gd name="connsiteX691" fmla="*/ 5291307 w 11362354"/>
                <a:gd name="connsiteY691" fmla="*/ 14659 h 1972800"/>
                <a:gd name="connsiteX692" fmla="*/ 4792811 w 11362354"/>
                <a:gd name="connsiteY692" fmla="*/ 14659 h 1972800"/>
                <a:gd name="connsiteX693" fmla="*/ 2285298 w 11362354"/>
                <a:gd name="connsiteY693" fmla="*/ 1 h 1972800"/>
                <a:gd name="connsiteX694" fmla="*/ 3183254 w 11362354"/>
                <a:gd name="connsiteY694" fmla="*/ 1 h 1972800"/>
                <a:gd name="connsiteX695" fmla="*/ 3183254 w 11362354"/>
                <a:gd name="connsiteY695" fmla="*/ 14659 h 1972800"/>
                <a:gd name="connsiteX696" fmla="*/ 2285298 w 11362354"/>
                <a:gd name="connsiteY696" fmla="*/ 14659 h 1972800"/>
                <a:gd name="connsiteX697" fmla="*/ 985097 w 11362354"/>
                <a:gd name="connsiteY697" fmla="*/ 1 h 1972800"/>
                <a:gd name="connsiteX698" fmla="*/ 1846470 w 11362354"/>
                <a:gd name="connsiteY698" fmla="*/ 1 h 1972800"/>
                <a:gd name="connsiteX699" fmla="*/ 1869376 w 11362354"/>
                <a:gd name="connsiteY699" fmla="*/ 14659 h 1972800"/>
                <a:gd name="connsiteX700" fmla="*/ 985097 w 11362354"/>
                <a:gd name="connsiteY700" fmla="*/ 14659 h 1972800"/>
                <a:gd name="connsiteX701" fmla="*/ 0 w 11362354"/>
                <a:gd name="connsiteY701" fmla="*/ 1 h 1972800"/>
                <a:gd name="connsiteX702" fmla="*/ 877145 w 11362354"/>
                <a:gd name="connsiteY702" fmla="*/ 1 h 1972800"/>
                <a:gd name="connsiteX703" fmla="*/ 877145 w 11362354"/>
                <a:gd name="connsiteY703" fmla="*/ 14659 h 1972800"/>
                <a:gd name="connsiteX704" fmla="*/ 0 w 11362354"/>
                <a:gd name="connsiteY704" fmla="*/ 14659 h 1972800"/>
                <a:gd name="connsiteX705" fmla="*/ 3702830 w 11362354"/>
                <a:gd name="connsiteY705" fmla="*/ 0 h 1972800"/>
                <a:gd name="connsiteX706" fmla="*/ 4262563 w 11362354"/>
                <a:gd name="connsiteY706" fmla="*/ 0 h 1972800"/>
                <a:gd name="connsiteX707" fmla="*/ 4284257 w 11362354"/>
                <a:gd name="connsiteY707" fmla="*/ 14658 h 1972800"/>
                <a:gd name="connsiteX708" fmla="*/ 3681132 w 11362354"/>
                <a:gd name="connsiteY708" fmla="*/ 14658 h 197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</a:cxnLst>
              <a:rect l="l" t="t" r="r" b="b"/>
              <a:pathLst>
                <a:path w="11362354" h="1972800">
                  <a:moveTo>
                    <a:pt x="4196821" y="1846406"/>
                  </a:moveTo>
                  <a:lnTo>
                    <a:pt x="4515841" y="1846406"/>
                  </a:lnTo>
                  <a:lnTo>
                    <a:pt x="4302401" y="1972800"/>
                  </a:lnTo>
                  <a:lnTo>
                    <a:pt x="4276590" y="1972800"/>
                  </a:lnTo>
                  <a:close/>
                  <a:moveTo>
                    <a:pt x="10408772" y="1547682"/>
                  </a:moveTo>
                  <a:lnTo>
                    <a:pt x="11236685" y="1547682"/>
                  </a:lnTo>
                  <a:cubicBezTo>
                    <a:pt x="11178355" y="1621090"/>
                    <a:pt x="11101638" y="1688425"/>
                    <a:pt x="11013744" y="1726479"/>
                  </a:cubicBezTo>
                  <a:cubicBezTo>
                    <a:pt x="10916839" y="1760403"/>
                    <a:pt x="10802883" y="1780105"/>
                    <a:pt x="10702056" y="1776200"/>
                  </a:cubicBezTo>
                  <a:cubicBezTo>
                    <a:pt x="10601227" y="1772294"/>
                    <a:pt x="10494409" y="1740125"/>
                    <a:pt x="10408772" y="1703049"/>
                  </a:cubicBezTo>
                  <a:close/>
                  <a:moveTo>
                    <a:pt x="9781432" y="1544408"/>
                  </a:moveTo>
                  <a:lnTo>
                    <a:pt x="10286039" y="1544408"/>
                  </a:lnTo>
                  <a:lnTo>
                    <a:pt x="10286039" y="1763438"/>
                  </a:lnTo>
                  <a:lnTo>
                    <a:pt x="9781432" y="1763438"/>
                  </a:lnTo>
                  <a:close/>
                  <a:moveTo>
                    <a:pt x="8877431" y="1544408"/>
                  </a:moveTo>
                  <a:lnTo>
                    <a:pt x="9382033" y="1544408"/>
                  </a:lnTo>
                  <a:lnTo>
                    <a:pt x="9382033" y="1763438"/>
                  </a:lnTo>
                  <a:lnTo>
                    <a:pt x="8877431" y="1763438"/>
                  </a:lnTo>
                  <a:close/>
                  <a:moveTo>
                    <a:pt x="7955283" y="1544408"/>
                  </a:moveTo>
                  <a:lnTo>
                    <a:pt x="8501703" y="1544408"/>
                  </a:lnTo>
                  <a:lnTo>
                    <a:pt x="8501703" y="1763438"/>
                  </a:lnTo>
                  <a:lnTo>
                    <a:pt x="8046371" y="1763438"/>
                  </a:lnTo>
                  <a:close/>
                  <a:moveTo>
                    <a:pt x="7193139" y="1544408"/>
                  </a:moveTo>
                  <a:lnTo>
                    <a:pt x="7648159" y="1544408"/>
                  </a:lnTo>
                  <a:lnTo>
                    <a:pt x="7648159" y="1763438"/>
                  </a:lnTo>
                  <a:lnTo>
                    <a:pt x="7193139" y="1763438"/>
                  </a:lnTo>
                  <a:close/>
                  <a:moveTo>
                    <a:pt x="6188669" y="1544408"/>
                  </a:moveTo>
                  <a:lnTo>
                    <a:pt x="7080275" y="1544408"/>
                  </a:lnTo>
                  <a:lnTo>
                    <a:pt x="7080275" y="1763438"/>
                  </a:lnTo>
                  <a:lnTo>
                    <a:pt x="6188669" y="1763438"/>
                  </a:lnTo>
                  <a:close/>
                  <a:moveTo>
                    <a:pt x="4886266" y="1544408"/>
                  </a:moveTo>
                  <a:lnTo>
                    <a:pt x="5979839" y="1544408"/>
                  </a:lnTo>
                  <a:cubicBezTo>
                    <a:pt x="5886803" y="1676927"/>
                    <a:pt x="5732198" y="1763438"/>
                    <a:pt x="5557257" y="1763438"/>
                  </a:cubicBezTo>
                  <a:lnTo>
                    <a:pt x="5308843" y="1763438"/>
                  </a:lnTo>
                  <a:cubicBezTo>
                    <a:pt x="5133911" y="1763438"/>
                    <a:pt x="4979301" y="1676927"/>
                    <a:pt x="4886266" y="1544408"/>
                  </a:cubicBezTo>
                  <a:close/>
                  <a:moveTo>
                    <a:pt x="2285298" y="1544408"/>
                  </a:moveTo>
                  <a:lnTo>
                    <a:pt x="3183254" y="1544408"/>
                  </a:lnTo>
                  <a:lnTo>
                    <a:pt x="3183254" y="1763438"/>
                  </a:lnTo>
                  <a:lnTo>
                    <a:pt x="2285298" y="1763438"/>
                  </a:lnTo>
                  <a:close/>
                  <a:moveTo>
                    <a:pt x="1699767" y="1544408"/>
                  </a:moveTo>
                  <a:lnTo>
                    <a:pt x="2161050" y="1544408"/>
                  </a:lnTo>
                  <a:lnTo>
                    <a:pt x="2265828" y="1763438"/>
                  </a:lnTo>
                  <a:lnTo>
                    <a:pt x="1796468" y="1763438"/>
                  </a:lnTo>
                  <a:close/>
                  <a:moveTo>
                    <a:pt x="985097" y="1544408"/>
                  </a:moveTo>
                  <a:lnTo>
                    <a:pt x="1468672" y="1544408"/>
                  </a:lnTo>
                  <a:lnTo>
                    <a:pt x="1468672" y="1763438"/>
                  </a:lnTo>
                  <a:lnTo>
                    <a:pt x="985097" y="1763438"/>
                  </a:lnTo>
                  <a:close/>
                  <a:moveTo>
                    <a:pt x="0" y="1544408"/>
                  </a:moveTo>
                  <a:lnTo>
                    <a:pt x="506025" y="1544408"/>
                  </a:lnTo>
                  <a:lnTo>
                    <a:pt x="506025" y="1763438"/>
                  </a:lnTo>
                  <a:lnTo>
                    <a:pt x="498505" y="1763438"/>
                  </a:lnTo>
                  <a:lnTo>
                    <a:pt x="7520" y="1763438"/>
                  </a:lnTo>
                  <a:lnTo>
                    <a:pt x="0" y="1763438"/>
                  </a:lnTo>
                  <a:close/>
                  <a:moveTo>
                    <a:pt x="3478763" y="1544407"/>
                  </a:moveTo>
                  <a:lnTo>
                    <a:pt x="4486152" y="1544407"/>
                  </a:lnTo>
                  <a:cubicBezTo>
                    <a:pt x="4484148" y="1548197"/>
                    <a:pt x="4481735" y="1551706"/>
                    <a:pt x="4479313" y="1555187"/>
                  </a:cubicBezTo>
                  <a:lnTo>
                    <a:pt x="4654042" y="1763437"/>
                  </a:lnTo>
                  <a:lnTo>
                    <a:pt x="3697470" y="1763437"/>
                  </a:lnTo>
                  <a:cubicBezTo>
                    <a:pt x="3614316" y="1711031"/>
                    <a:pt x="3539996" y="1636273"/>
                    <a:pt x="3478763" y="1544407"/>
                  </a:cubicBezTo>
                  <a:close/>
                  <a:moveTo>
                    <a:pt x="10408772" y="1290902"/>
                  </a:moveTo>
                  <a:lnTo>
                    <a:pt x="10568570" y="1290902"/>
                  </a:lnTo>
                  <a:cubicBezTo>
                    <a:pt x="10577470" y="1298557"/>
                    <a:pt x="10581828" y="1306214"/>
                    <a:pt x="10590729" y="1313870"/>
                  </a:cubicBezTo>
                  <a:cubicBezTo>
                    <a:pt x="10620545" y="1348521"/>
                    <a:pt x="10677153" y="1369391"/>
                    <a:pt x="10721250" y="1365562"/>
                  </a:cubicBezTo>
                  <a:cubicBezTo>
                    <a:pt x="10765348" y="1361734"/>
                    <a:pt x="10826744" y="1338516"/>
                    <a:pt x="10855315" y="1290902"/>
                  </a:cubicBezTo>
                  <a:lnTo>
                    <a:pt x="11214890" y="1290902"/>
                  </a:lnTo>
                  <a:lnTo>
                    <a:pt x="11346112" y="1290902"/>
                  </a:lnTo>
                  <a:cubicBezTo>
                    <a:pt x="11334622" y="1353431"/>
                    <a:pt x="11312604" y="1412394"/>
                    <a:pt x="11280882" y="1465414"/>
                  </a:cubicBezTo>
                  <a:lnTo>
                    <a:pt x="11214890" y="1465414"/>
                  </a:lnTo>
                  <a:lnTo>
                    <a:pt x="10408772" y="1465414"/>
                  </a:lnTo>
                  <a:close/>
                  <a:moveTo>
                    <a:pt x="3354588" y="1288169"/>
                  </a:moveTo>
                  <a:lnTo>
                    <a:pt x="3891084" y="1288169"/>
                  </a:lnTo>
                  <a:cubicBezTo>
                    <a:pt x="3918715" y="1317171"/>
                    <a:pt x="3949853" y="1333215"/>
                    <a:pt x="3982693" y="1333215"/>
                  </a:cubicBezTo>
                  <a:cubicBezTo>
                    <a:pt x="4015535" y="1333215"/>
                    <a:pt x="4046674" y="1317171"/>
                    <a:pt x="4074304" y="1288169"/>
                  </a:cubicBezTo>
                  <a:lnTo>
                    <a:pt x="4610046" y="1288169"/>
                  </a:lnTo>
                  <a:cubicBezTo>
                    <a:pt x="4590290" y="1350350"/>
                    <a:pt x="4565183" y="1408715"/>
                    <a:pt x="4535426" y="1462313"/>
                  </a:cubicBezTo>
                  <a:lnTo>
                    <a:pt x="3429061" y="1462313"/>
                  </a:lnTo>
                  <a:cubicBezTo>
                    <a:pt x="3399902" y="1408452"/>
                    <a:pt x="3374896" y="1350106"/>
                    <a:pt x="3354588" y="1288169"/>
                  </a:cubicBezTo>
                  <a:close/>
                  <a:moveTo>
                    <a:pt x="9781432" y="1288165"/>
                  </a:moveTo>
                  <a:lnTo>
                    <a:pt x="10286039" y="1288165"/>
                  </a:lnTo>
                  <a:lnTo>
                    <a:pt x="10286039" y="1462314"/>
                  </a:lnTo>
                  <a:lnTo>
                    <a:pt x="9781432" y="1462314"/>
                  </a:lnTo>
                  <a:close/>
                  <a:moveTo>
                    <a:pt x="8877431" y="1288165"/>
                  </a:moveTo>
                  <a:lnTo>
                    <a:pt x="9382033" y="1288165"/>
                  </a:lnTo>
                  <a:lnTo>
                    <a:pt x="9382033" y="1462314"/>
                  </a:lnTo>
                  <a:lnTo>
                    <a:pt x="8877431" y="1462314"/>
                  </a:lnTo>
                  <a:close/>
                  <a:moveTo>
                    <a:pt x="7848731" y="1288165"/>
                  </a:moveTo>
                  <a:lnTo>
                    <a:pt x="8501703" y="1288165"/>
                  </a:lnTo>
                  <a:lnTo>
                    <a:pt x="8501703" y="1462314"/>
                  </a:lnTo>
                  <a:lnTo>
                    <a:pt x="7921150" y="1462314"/>
                  </a:lnTo>
                  <a:close/>
                  <a:moveTo>
                    <a:pt x="7193139" y="1288165"/>
                  </a:moveTo>
                  <a:lnTo>
                    <a:pt x="7648159" y="1288165"/>
                  </a:lnTo>
                  <a:lnTo>
                    <a:pt x="7648159" y="1462314"/>
                  </a:lnTo>
                  <a:lnTo>
                    <a:pt x="7193139" y="1462314"/>
                  </a:lnTo>
                  <a:close/>
                  <a:moveTo>
                    <a:pt x="6188669" y="1288165"/>
                  </a:moveTo>
                  <a:lnTo>
                    <a:pt x="6674501" y="1288165"/>
                  </a:lnTo>
                  <a:lnTo>
                    <a:pt x="6674501" y="1351991"/>
                  </a:lnTo>
                  <a:lnTo>
                    <a:pt x="7080275" y="1351991"/>
                  </a:lnTo>
                  <a:lnTo>
                    <a:pt x="7080275" y="1462314"/>
                  </a:lnTo>
                  <a:lnTo>
                    <a:pt x="6188669" y="1462314"/>
                  </a:lnTo>
                  <a:close/>
                  <a:moveTo>
                    <a:pt x="4794722" y="1288165"/>
                  </a:moveTo>
                  <a:lnTo>
                    <a:pt x="5308313" y="1288165"/>
                  </a:lnTo>
                  <a:cubicBezTo>
                    <a:pt x="5331518" y="1333078"/>
                    <a:pt x="5378715" y="1363467"/>
                    <a:pt x="5433050" y="1363467"/>
                  </a:cubicBezTo>
                  <a:cubicBezTo>
                    <a:pt x="5487389" y="1363467"/>
                    <a:pt x="5534582" y="1333078"/>
                    <a:pt x="5557791" y="1288165"/>
                  </a:cubicBezTo>
                  <a:lnTo>
                    <a:pt x="6071387" y="1288165"/>
                  </a:lnTo>
                  <a:cubicBezTo>
                    <a:pt x="6067418" y="1349988"/>
                    <a:pt x="6051903" y="1408730"/>
                    <a:pt x="6026879" y="1462314"/>
                  </a:cubicBezTo>
                  <a:lnTo>
                    <a:pt x="4839225" y="1462314"/>
                  </a:lnTo>
                  <a:cubicBezTo>
                    <a:pt x="4814201" y="1408730"/>
                    <a:pt x="4798682" y="1349988"/>
                    <a:pt x="4794722" y="1288165"/>
                  </a:cubicBezTo>
                  <a:close/>
                  <a:moveTo>
                    <a:pt x="2285298" y="1288165"/>
                  </a:moveTo>
                  <a:lnTo>
                    <a:pt x="2771132" y="1288165"/>
                  </a:lnTo>
                  <a:lnTo>
                    <a:pt x="2771132" y="1351991"/>
                  </a:lnTo>
                  <a:lnTo>
                    <a:pt x="3183254" y="1351991"/>
                  </a:lnTo>
                  <a:lnTo>
                    <a:pt x="3183254" y="1462314"/>
                  </a:lnTo>
                  <a:lnTo>
                    <a:pt x="2285298" y="1462314"/>
                  </a:lnTo>
                  <a:close/>
                  <a:moveTo>
                    <a:pt x="1586644" y="1288165"/>
                  </a:moveTo>
                  <a:lnTo>
                    <a:pt x="2038472" y="1288165"/>
                  </a:lnTo>
                  <a:lnTo>
                    <a:pt x="2121783" y="1462314"/>
                  </a:lnTo>
                  <a:lnTo>
                    <a:pt x="1663530" y="1462314"/>
                  </a:lnTo>
                  <a:close/>
                  <a:moveTo>
                    <a:pt x="985097" y="1288165"/>
                  </a:moveTo>
                  <a:lnTo>
                    <a:pt x="1468672" y="1288165"/>
                  </a:lnTo>
                  <a:lnTo>
                    <a:pt x="1468672" y="1462314"/>
                  </a:lnTo>
                  <a:lnTo>
                    <a:pt x="985097" y="1462314"/>
                  </a:lnTo>
                  <a:close/>
                  <a:moveTo>
                    <a:pt x="0" y="1288165"/>
                  </a:moveTo>
                  <a:lnTo>
                    <a:pt x="506025" y="1288165"/>
                  </a:lnTo>
                  <a:lnTo>
                    <a:pt x="506025" y="1462314"/>
                  </a:lnTo>
                  <a:lnTo>
                    <a:pt x="0" y="1462314"/>
                  </a:lnTo>
                  <a:close/>
                  <a:moveTo>
                    <a:pt x="10408772" y="1157361"/>
                  </a:moveTo>
                  <a:lnTo>
                    <a:pt x="10468381" y="1208632"/>
                  </a:lnTo>
                  <a:lnTo>
                    <a:pt x="10408772" y="1208632"/>
                  </a:lnTo>
                  <a:close/>
                  <a:moveTo>
                    <a:pt x="10816942" y="1078164"/>
                  </a:moveTo>
                  <a:lnTo>
                    <a:pt x="11358000" y="1078164"/>
                  </a:lnTo>
                  <a:cubicBezTo>
                    <a:pt x="11367192" y="1149515"/>
                    <a:pt x="11358946" y="1186888"/>
                    <a:pt x="11359134" y="1208632"/>
                  </a:cubicBezTo>
                  <a:lnTo>
                    <a:pt x="11359134" y="1208633"/>
                  </a:lnTo>
                  <a:lnTo>
                    <a:pt x="10871056" y="1208633"/>
                  </a:lnTo>
                  <a:cubicBezTo>
                    <a:pt x="10871350" y="1207645"/>
                    <a:pt x="10871355" y="1206649"/>
                    <a:pt x="10871355" y="1205652"/>
                  </a:cubicBezTo>
                  <a:cubicBezTo>
                    <a:pt x="10871355" y="1153657"/>
                    <a:pt x="10847076" y="1107297"/>
                    <a:pt x="10808382" y="1078165"/>
                  </a:cubicBezTo>
                  <a:lnTo>
                    <a:pt x="10816943" y="1078165"/>
                  </a:lnTo>
                  <a:close/>
                  <a:moveTo>
                    <a:pt x="9781432" y="1075882"/>
                  </a:moveTo>
                  <a:lnTo>
                    <a:pt x="10286039" y="1075882"/>
                  </a:lnTo>
                  <a:lnTo>
                    <a:pt x="10286039" y="1206076"/>
                  </a:lnTo>
                  <a:lnTo>
                    <a:pt x="9781432" y="1206076"/>
                  </a:lnTo>
                  <a:close/>
                  <a:moveTo>
                    <a:pt x="8877431" y="1075882"/>
                  </a:moveTo>
                  <a:lnTo>
                    <a:pt x="9382033" y="1075882"/>
                  </a:lnTo>
                  <a:lnTo>
                    <a:pt x="9382033" y="1206076"/>
                  </a:lnTo>
                  <a:lnTo>
                    <a:pt x="8877431" y="1206076"/>
                  </a:lnTo>
                  <a:close/>
                  <a:moveTo>
                    <a:pt x="7760453" y="1075882"/>
                  </a:moveTo>
                  <a:lnTo>
                    <a:pt x="8501703" y="1075882"/>
                  </a:lnTo>
                  <a:lnTo>
                    <a:pt x="8501703" y="1206076"/>
                  </a:lnTo>
                  <a:lnTo>
                    <a:pt x="7814594" y="1206076"/>
                  </a:lnTo>
                  <a:close/>
                  <a:moveTo>
                    <a:pt x="7193139" y="1075882"/>
                  </a:moveTo>
                  <a:lnTo>
                    <a:pt x="7648159" y="1075882"/>
                  </a:lnTo>
                  <a:lnTo>
                    <a:pt x="7648159" y="1206076"/>
                  </a:lnTo>
                  <a:lnTo>
                    <a:pt x="7193139" y="1206076"/>
                  </a:lnTo>
                  <a:close/>
                  <a:moveTo>
                    <a:pt x="6188669" y="1075882"/>
                  </a:moveTo>
                  <a:lnTo>
                    <a:pt x="6674501" y="1075882"/>
                  </a:lnTo>
                  <a:lnTo>
                    <a:pt x="6674501" y="1206076"/>
                  </a:lnTo>
                  <a:lnTo>
                    <a:pt x="6188669" y="1206076"/>
                  </a:lnTo>
                  <a:close/>
                  <a:moveTo>
                    <a:pt x="5574793" y="1075882"/>
                  </a:moveTo>
                  <a:lnTo>
                    <a:pt x="6073294" y="1075882"/>
                  </a:lnTo>
                  <a:lnTo>
                    <a:pt x="6073294" y="1206076"/>
                  </a:lnTo>
                  <a:lnTo>
                    <a:pt x="5574793" y="1206076"/>
                  </a:lnTo>
                  <a:close/>
                  <a:moveTo>
                    <a:pt x="4792811" y="1075882"/>
                  </a:moveTo>
                  <a:lnTo>
                    <a:pt x="5291307" y="1075882"/>
                  </a:lnTo>
                  <a:lnTo>
                    <a:pt x="5291307" y="1206076"/>
                  </a:lnTo>
                  <a:lnTo>
                    <a:pt x="4792811" y="1206076"/>
                  </a:lnTo>
                  <a:close/>
                  <a:moveTo>
                    <a:pt x="2285298" y="1075882"/>
                  </a:moveTo>
                  <a:lnTo>
                    <a:pt x="2771132" y="1075882"/>
                  </a:lnTo>
                  <a:lnTo>
                    <a:pt x="2771132" y="1206076"/>
                  </a:lnTo>
                  <a:lnTo>
                    <a:pt x="2285298" y="1206076"/>
                  </a:lnTo>
                  <a:close/>
                  <a:moveTo>
                    <a:pt x="1492927" y="1075882"/>
                  </a:moveTo>
                  <a:lnTo>
                    <a:pt x="1945589" y="1075882"/>
                  </a:lnTo>
                  <a:cubicBezTo>
                    <a:pt x="1944041" y="1077590"/>
                    <a:pt x="1942273" y="1079022"/>
                    <a:pt x="1940491" y="1080455"/>
                  </a:cubicBezTo>
                  <a:lnTo>
                    <a:pt x="1939110" y="1080455"/>
                  </a:lnTo>
                  <a:lnTo>
                    <a:pt x="1939524" y="1081320"/>
                  </a:lnTo>
                  <a:cubicBezTo>
                    <a:pt x="1939165" y="1081707"/>
                    <a:pt x="1938755" y="1082034"/>
                    <a:pt x="1938345" y="1082361"/>
                  </a:cubicBezTo>
                  <a:lnTo>
                    <a:pt x="1940022" y="1082361"/>
                  </a:lnTo>
                  <a:lnTo>
                    <a:pt x="1999205" y="1206076"/>
                  </a:lnTo>
                  <a:lnTo>
                    <a:pt x="1550403" y="1206076"/>
                  </a:lnTo>
                  <a:close/>
                  <a:moveTo>
                    <a:pt x="985097" y="1075882"/>
                  </a:moveTo>
                  <a:lnTo>
                    <a:pt x="1468672" y="1075882"/>
                  </a:lnTo>
                  <a:lnTo>
                    <a:pt x="1468672" y="1206076"/>
                  </a:lnTo>
                  <a:lnTo>
                    <a:pt x="985097" y="1206076"/>
                  </a:lnTo>
                  <a:close/>
                  <a:moveTo>
                    <a:pt x="0" y="1075882"/>
                  </a:moveTo>
                  <a:lnTo>
                    <a:pt x="877145" y="1075882"/>
                  </a:lnTo>
                  <a:lnTo>
                    <a:pt x="877145" y="1098345"/>
                  </a:lnTo>
                  <a:lnTo>
                    <a:pt x="869625" y="1098345"/>
                  </a:lnTo>
                  <a:lnTo>
                    <a:pt x="506025" y="1098345"/>
                  </a:lnTo>
                  <a:lnTo>
                    <a:pt x="506025" y="1206076"/>
                  </a:lnTo>
                  <a:lnTo>
                    <a:pt x="0" y="1206076"/>
                  </a:lnTo>
                  <a:close/>
                  <a:moveTo>
                    <a:pt x="4174413" y="1075881"/>
                  </a:moveTo>
                  <a:lnTo>
                    <a:pt x="4660572" y="1075881"/>
                  </a:lnTo>
                  <a:cubicBezTo>
                    <a:pt x="4654171" y="1120550"/>
                    <a:pt x="4645505" y="1164090"/>
                    <a:pt x="4633997" y="1206075"/>
                  </a:cubicBezTo>
                  <a:lnTo>
                    <a:pt x="4129883" y="1206075"/>
                  </a:lnTo>
                  <a:cubicBezTo>
                    <a:pt x="4148445" y="1169059"/>
                    <a:pt x="4163826" y="1125090"/>
                    <a:pt x="4174413" y="1075881"/>
                  </a:cubicBezTo>
                  <a:close/>
                  <a:moveTo>
                    <a:pt x="3305162" y="1075881"/>
                  </a:moveTo>
                  <a:lnTo>
                    <a:pt x="3790976" y="1075881"/>
                  </a:lnTo>
                  <a:cubicBezTo>
                    <a:pt x="3801558" y="1125090"/>
                    <a:pt x="3816942" y="1169059"/>
                    <a:pt x="3835506" y="1206075"/>
                  </a:cubicBezTo>
                  <a:lnTo>
                    <a:pt x="3330959" y="1206075"/>
                  </a:lnTo>
                  <a:cubicBezTo>
                    <a:pt x="3319852" y="1164035"/>
                    <a:pt x="3311209" y="1120545"/>
                    <a:pt x="3305162" y="1075881"/>
                  </a:cubicBezTo>
                  <a:close/>
                  <a:moveTo>
                    <a:pt x="10587776" y="879486"/>
                  </a:moveTo>
                  <a:lnTo>
                    <a:pt x="11280821" y="879486"/>
                  </a:lnTo>
                  <a:cubicBezTo>
                    <a:pt x="11304371" y="915413"/>
                    <a:pt x="11325405" y="952210"/>
                    <a:pt x="11338792" y="993628"/>
                  </a:cubicBezTo>
                  <a:lnTo>
                    <a:pt x="10727828" y="995899"/>
                  </a:lnTo>
                  <a:close/>
                  <a:moveTo>
                    <a:pt x="9781432" y="877625"/>
                  </a:moveTo>
                  <a:lnTo>
                    <a:pt x="10286039" y="877625"/>
                  </a:lnTo>
                  <a:lnTo>
                    <a:pt x="10286039" y="993788"/>
                  </a:lnTo>
                  <a:lnTo>
                    <a:pt x="9781432" y="993788"/>
                  </a:lnTo>
                  <a:close/>
                  <a:moveTo>
                    <a:pt x="8877431" y="877625"/>
                  </a:moveTo>
                  <a:lnTo>
                    <a:pt x="9382033" y="877625"/>
                  </a:lnTo>
                  <a:lnTo>
                    <a:pt x="9382033" y="993788"/>
                  </a:lnTo>
                  <a:lnTo>
                    <a:pt x="8877431" y="993788"/>
                  </a:lnTo>
                  <a:close/>
                  <a:moveTo>
                    <a:pt x="7678004" y="877625"/>
                  </a:moveTo>
                  <a:lnTo>
                    <a:pt x="8501703" y="877625"/>
                  </a:lnTo>
                  <a:lnTo>
                    <a:pt x="8501703" y="993788"/>
                  </a:lnTo>
                  <a:lnTo>
                    <a:pt x="7726316" y="993788"/>
                  </a:lnTo>
                  <a:close/>
                  <a:moveTo>
                    <a:pt x="7193139" y="877625"/>
                  </a:moveTo>
                  <a:lnTo>
                    <a:pt x="7648159" y="877625"/>
                  </a:lnTo>
                  <a:lnTo>
                    <a:pt x="7648159" y="993788"/>
                  </a:lnTo>
                  <a:lnTo>
                    <a:pt x="7193139" y="993788"/>
                  </a:lnTo>
                  <a:close/>
                  <a:moveTo>
                    <a:pt x="6188669" y="877625"/>
                  </a:moveTo>
                  <a:lnTo>
                    <a:pt x="7056268" y="877625"/>
                  </a:lnTo>
                  <a:lnTo>
                    <a:pt x="7056268" y="988326"/>
                  </a:lnTo>
                  <a:lnTo>
                    <a:pt x="6674501" y="988326"/>
                  </a:lnTo>
                  <a:lnTo>
                    <a:pt x="6674501" y="993788"/>
                  </a:lnTo>
                  <a:lnTo>
                    <a:pt x="6188669" y="993788"/>
                  </a:lnTo>
                  <a:close/>
                  <a:moveTo>
                    <a:pt x="5574793" y="877625"/>
                  </a:moveTo>
                  <a:lnTo>
                    <a:pt x="6073294" y="877625"/>
                  </a:lnTo>
                  <a:lnTo>
                    <a:pt x="6073294" y="993788"/>
                  </a:lnTo>
                  <a:lnTo>
                    <a:pt x="5574793" y="993788"/>
                  </a:lnTo>
                  <a:close/>
                  <a:moveTo>
                    <a:pt x="4792811" y="877625"/>
                  </a:moveTo>
                  <a:lnTo>
                    <a:pt x="5291307" y="877625"/>
                  </a:lnTo>
                  <a:lnTo>
                    <a:pt x="5291307" y="993788"/>
                  </a:lnTo>
                  <a:lnTo>
                    <a:pt x="4792811" y="993788"/>
                  </a:lnTo>
                  <a:close/>
                  <a:moveTo>
                    <a:pt x="2285298" y="877625"/>
                  </a:moveTo>
                  <a:lnTo>
                    <a:pt x="3161500" y="877625"/>
                  </a:lnTo>
                  <a:lnTo>
                    <a:pt x="3161500" y="988326"/>
                  </a:lnTo>
                  <a:lnTo>
                    <a:pt x="2771132" y="988326"/>
                  </a:lnTo>
                  <a:lnTo>
                    <a:pt x="2771132" y="993788"/>
                  </a:lnTo>
                  <a:lnTo>
                    <a:pt x="2285298" y="993788"/>
                  </a:lnTo>
                  <a:close/>
                  <a:moveTo>
                    <a:pt x="985097" y="877625"/>
                  </a:moveTo>
                  <a:lnTo>
                    <a:pt x="2107746" y="877625"/>
                  </a:lnTo>
                  <a:cubicBezTo>
                    <a:pt x="2086278" y="919656"/>
                    <a:pt x="2059665" y="958619"/>
                    <a:pt x="2028664" y="993788"/>
                  </a:cubicBezTo>
                  <a:lnTo>
                    <a:pt x="985097" y="993788"/>
                  </a:lnTo>
                  <a:close/>
                  <a:moveTo>
                    <a:pt x="0" y="877625"/>
                  </a:moveTo>
                  <a:lnTo>
                    <a:pt x="877145" y="877625"/>
                  </a:lnTo>
                  <a:lnTo>
                    <a:pt x="877145" y="993788"/>
                  </a:lnTo>
                  <a:lnTo>
                    <a:pt x="0" y="993788"/>
                  </a:lnTo>
                  <a:close/>
                  <a:moveTo>
                    <a:pt x="4199211" y="877624"/>
                  </a:moveTo>
                  <a:lnTo>
                    <a:pt x="4674176" y="877624"/>
                  </a:lnTo>
                  <a:cubicBezTo>
                    <a:pt x="4674327" y="879591"/>
                    <a:pt x="4674332" y="881557"/>
                    <a:pt x="4674332" y="883528"/>
                  </a:cubicBezTo>
                  <a:cubicBezTo>
                    <a:pt x="4674332" y="920824"/>
                    <a:pt x="4672822" y="957628"/>
                    <a:pt x="4669465" y="993787"/>
                  </a:cubicBezTo>
                  <a:lnTo>
                    <a:pt x="4189743" y="993787"/>
                  </a:lnTo>
                  <a:cubicBezTo>
                    <a:pt x="4195970" y="956882"/>
                    <a:pt x="4199133" y="917914"/>
                    <a:pt x="4199211" y="877624"/>
                  </a:cubicBezTo>
                  <a:close/>
                  <a:moveTo>
                    <a:pt x="3291213" y="877624"/>
                  </a:moveTo>
                  <a:lnTo>
                    <a:pt x="3766173" y="877624"/>
                  </a:lnTo>
                  <a:cubicBezTo>
                    <a:pt x="3766256" y="917914"/>
                    <a:pt x="3769415" y="956882"/>
                    <a:pt x="3775650" y="993787"/>
                  </a:cubicBezTo>
                  <a:lnTo>
                    <a:pt x="3295989" y="993787"/>
                  </a:lnTo>
                  <a:cubicBezTo>
                    <a:pt x="3292572" y="957632"/>
                    <a:pt x="3291057" y="920824"/>
                    <a:pt x="3291057" y="883528"/>
                  </a:cubicBezTo>
                  <a:close/>
                  <a:moveTo>
                    <a:pt x="10461146" y="710797"/>
                  </a:moveTo>
                  <a:lnTo>
                    <a:pt x="11109160" y="710797"/>
                  </a:lnTo>
                  <a:cubicBezTo>
                    <a:pt x="11109161" y="710797"/>
                    <a:pt x="11109161" y="710798"/>
                    <a:pt x="11109162" y="710798"/>
                  </a:cubicBezTo>
                  <a:lnTo>
                    <a:pt x="11121245" y="710798"/>
                  </a:lnTo>
                  <a:lnTo>
                    <a:pt x="11122337" y="711693"/>
                  </a:lnTo>
                  <a:lnTo>
                    <a:pt x="11118350" y="711693"/>
                  </a:lnTo>
                  <a:cubicBezTo>
                    <a:pt x="11153339" y="736641"/>
                    <a:pt x="11185427" y="765257"/>
                    <a:pt x="11213739" y="797219"/>
                  </a:cubicBezTo>
                  <a:lnTo>
                    <a:pt x="10517279" y="797218"/>
                  </a:lnTo>
                  <a:cubicBezTo>
                    <a:pt x="10497025" y="770452"/>
                    <a:pt x="10475239" y="741481"/>
                    <a:pt x="10461146" y="710797"/>
                  </a:cubicBezTo>
                  <a:close/>
                  <a:moveTo>
                    <a:pt x="9781432" y="709293"/>
                  </a:moveTo>
                  <a:lnTo>
                    <a:pt x="10286039" y="709293"/>
                  </a:lnTo>
                  <a:lnTo>
                    <a:pt x="10286039" y="795531"/>
                  </a:lnTo>
                  <a:lnTo>
                    <a:pt x="9781432" y="795531"/>
                  </a:lnTo>
                  <a:close/>
                  <a:moveTo>
                    <a:pt x="8877431" y="709293"/>
                  </a:moveTo>
                  <a:lnTo>
                    <a:pt x="9382033" y="709293"/>
                  </a:lnTo>
                  <a:lnTo>
                    <a:pt x="9382033" y="795531"/>
                  </a:lnTo>
                  <a:lnTo>
                    <a:pt x="8877431" y="795531"/>
                  </a:lnTo>
                  <a:close/>
                  <a:moveTo>
                    <a:pt x="8042875" y="709293"/>
                  </a:moveTo>
                  <a:lnTo>
                    <a:pt x="8501703" y="709293"/>
                  </a:lnTo>
                  <a:lnTo>
                    <a:pt x="8501703" y="795531"/>
                  </a:lnTo>
                  <a:lnTo>
                    <a:pt x="8042875" y="795531"/>
                  </a:lnTo>
                  <a:close/>
                  <a:moveTo>
                    <a:pt x="7193139" y="709293"/>
                  </a:moveTo>
                  <a:lnTo>
                    <a:pt x="7996240" y="709293"/>
                  </a:lnTo>
                  <a:lnTo>
                    <a:pt x="8036152" y="795531"/>
                  </a:lnTo>
                  <a:lnTo>
                    <a:pt x="7193139" y="795531"/>
                  </a:lnTo>
                  <a:close/>
                  <a:moveTo>
                    <a:pt x="6188669" y="709293"/>
                  </a:moveTo>
                  <a:lnTo>
                    <a:pt x="6674501" y="709293"/>
                  </a:lnTo>
                  <a:lnTo>
                    <a:pt x="6674501" y="714671"/>
                  </a:lnTo>
                  <a:lnTo>
                    <a:pt x="7056268" y="714671"/>
                  </a:lnTo>
                  <a:lnTo>
                    <a:pt x="7056268" y="795531"/>
                  </a:lnTo>
                  <a:lnTo>
                    <a:pt x="6188669" y="795531"/>
                  </a:lnTo>
                  <a:close/>
                  <a:moveTo>
                    <a:pt x="5574793" y="709293"/>
                  </a:moveTo>
                  <a:lnTo>
                    <a:pt x="6073294" y="709293"/>
                  </a:lnTo>
                  <a:lnTo>
                    <a:pt x="6073294" y="795531"/>
                  </a:lnTo>
                  <a:lnTo>
                    <a:pt x="5574793" y="795531"/>
                  </a:lnTo>
                  <a:close/>
                  <a:moveTo>
                    <a:pt x="4792811" y="709293"/>
                  </a:moveTo>
                  <a:lnTo>
                    <a:pt x="5291307" y="709293"/>
                  </a:lnTo>
                  <a:lnTo>
                    <a:pt x="5291307" y="795531"/>
                  </a:lnTo>
                  <a:lnTo>
                    <a:pt x="4792811" y="795531"/>
                  </a:lnTo>
                  <a:close/>
                  <a:moveTo>
                    <a:pt x="2285298" y="709293"/>
                  </a:moveTo>
                  <a:lnTo>
                    <a:pt x="2771132" y="709293"/>
                  </a:lnTo>
                  <a:lnTo>
                    <a:pt x="2771132" y="714671"/>
                  </a:lnTo>
                  <a:lnTo>
                    <a:pt x="3161500" y="714671"/>
                  </a:lnTo>
                  <a:lnTo>
                    <a:pt x="3161500" y="795531"/>
                  </a:lnTo>
                  <a:lnTo>
                    <a:pt x="2285298" y="795531"/>
                  </a:lnTo>
                  <a:close/>
                  <a:moveTo>
                    <a:pt x="1709143" y="709293"/>
                  </a:moveTo>
                  <a:lnTo>
                    <a:pt x="2169670" y="709293"/>
                  </a:lnTo>
                  <a:cubicBezTo>
                    <a:pt x="2163895" y="738935"/>
                    <a:pt x="2155552" y="767712"/>
                    <a:pt x="2145130" y="795531"/>
                  </a:cubicBezTo>
                  <a:lnTo>
                    <a:pt x="1595923" y="795531"/>
                  </a:lnTo>
                  <a:cubicBezTo>
                    <a:pt x="1642913" y="780533"/>
                    <a:pt x="1682554" y="749578"/>
                    <a:pt x="1709143" y="709293"/>
                  </a:cubicBezTo>
                  <a:close/>
                  <a:moveTo>
                    <a:pt x="985097" y="709293"/>
                  </a:moveTo>
                  <a:lnTo>
                    <a:pt x="1469893" y="709293"/>
                  </a:lnTo>
                  <a:lnTo>
                    <a:pt x="1469893" y="795531"/>
                  </a:lnTo>
                  <a:lnTo>
                    <a:pt x="985097" y="795531"/>
                  </a:lnTo>
                  <a:close/>
                  <a:moveTo>
                    <a:pt x="0" y="709293"/>
                  </a:moveTo>
                  <a:lnTo>
                    <a:pt x="877145" y="709293"/>
                  </a:lnTo>
                  <a:lnTo>
                    <a:pt x="877145" y="795531"/>
                  </a:lnTo>
                  <a:lnTo>
                    <a:pt x="0" y="795531"/>
                  </a:lnTo>
                  <a:close/>
                  <a:moveTo>
                    <a:pt x="4189251" y="709292"/>
                  </a:moveTo>
                  <a:lnTo>
                    <a:pt x="4662658" y="709292"/>
                  </a:lnTo>
                  <a:cubicBezTo>
                    <a:pt x="4666812" y="737581"/>
                    <a:pt x="4669621" y="766357"/>
                    <a:pt x="4671191" y="795530"/>
                  </a:cubicBezTo>
                  <a:lnTo>
                    <a:pt x="4197682" y="795530"/>
                  </a:lnTo>
                  <a:cubicBezTo>
                    <a:pt x="4197148" y="765777"/>
                    <a:pt x="4194298" y="736917"/>
                    <a:pt x="4189251" y="709292"/>
                  </a:cubicBezTo>
                  <a:close/>
                  <a:moveTo>
                    <a:pt x="3302730" y="709292"/>
                  </a:moveTo>
                  <a:lnTo>
                    <a:pt x="3776138" y="709292"/>
                  </a:lnTo>
                  <a:cubicBezTo>
                    <a:pt x="3771091" y="736917"/>
                    <a:pt x="3768241" y="765777"/>
                    <a:pt x="3767701" y="795530"/>
                  </a:cubicBezTo>
                  <a:lnTo>
                    <a:pt x="3294197" y="795530"/>
                  </a:lnTo>
                  <a:cubicBezTo>
                    <a:pt x="3295768" y="766357"/>
                    <a:pt x="3298581" y="737581"/>
                    <a:pt x="3302730" y="709292"/>
                  </a:cubicBezTo>
                  <a:close/>
                  <a:moveTo>
                    <a:pt x="10418948" y="565540"/>
                  </a:moveTo>
                  <a:lnTo>
                    <a:pt x="10949595" y="565540"/>
                  </a:lnTo>
                  <a:cubicBezTo>
                    <a:pt x="10953670" y="570456"/>
                    <a:pt x="10958769" y="574162"/>
                    <a:pt x="10964075" y="577567"/>
                  </a:cubicBezTo>
                  <a:lnTo>
                    <a:pt x="11026395" y="628529"/>
                  </a:lnTo>
                  <a:lnTo>
                    <a:pt x="10434083" y="628529"/>
                  </a:lnTo>
                  <a:cubicBezTo>
                    <a:pt x="10426940" y="608233"/>
                    <a:pt x="10421851" y="587175"/>
                    <a:pt x="10418948" y="565540"/>
                  </a:cubicBezTo>
                  <a:close/>
                  <a:moveTo>
                    <a:pt x="9781432" y="564344"/>
                  </a:moveTo>
                  <a:lnTo>
                    <a:pt x="10286039" y="564344"/>
                  </a:lnTo>
                  <a:lnTo>
                    <a:pt x="10286039" y="627199"/>
                  </a:lnTo>
                  <a:lnTo>
                    <a:pt x="9781432" y="627199"/>
                  </a:lnTo>
                  <a:close/>
                  <a:moveTo>
                    <a:pt x="8877431" y="564344"/>
                  </a:moveTo>
                  <a:lnTo>
                    <a:pt x="9382033" y="564344"/>
                  </a:lnTo>
                  <a:lnTo>
                    <a:pt x="9382033" y="627199"/>
                  </a:lnTo>
                  <a:lnTo>
                    <a:pt x="8877431" y="627199"/>
                  </a:lnTo>
                  <a:close/>
                  <a:moveTo>
                    <a:pt x="8042875" y="564344"/>
                  </a:moveTo>
                  <a:lnTo>
                    <a:pt x="8501703" y="564344"/>
                  </a:lnTo>
                  <a:lnTo>
                    <a:pt x="8501703" y="627199"/>
                  </a:lnTo>
                  <a:lnTo>
                    <a:pt x="8042875" y="627199"/>
                  </a:lnTo>
                  <a:close/>
                  <a:moveTo>
                    <a:pt x="7193139" y="564344"/>
                  </a:moveTo>
                  <a:lnTo>
                    <a:pt x="7929154" y="564344"/>
                  </a:lnTo>
                  <a:lnTo>
                    <a:pt x="7958244" y="627199"/>
                  </a:lnTo>
                  <a:lnTo>
                    <a:pt x="7193139" y="627199"/>
                  </a:lnTo>
                  <a:close/>
                  <a:moveTo>
                    <a:pt x="6188669" y="564344"/>
                  </a:moveTo>
                  <a:lnTo>
                    <a:pt x="6674501" y="564344"/>
                  </a:lnTo>
                  <a:lnTo>
                    <a:pt x="6674501" y="627199"/>
                  </a:lnTo>
                  <a:lnTo>
                    <a:pt x="6188669" y="627199"/>
                  </a:lnTo>
                  <a:close/>
                  <a:moveTo>
                    <a:pt x="5574793" y="564344"/>
                  </a:moveTo>
                  <a:lnTo>
                    <a:pt x="6073294" y="564344"/>
                  </a:lnTo>
                  <a:lnTo>
                    <a:pt x="6073294" y="627199"/>
                  </a:lnTo>
                  <a:lnTo>
                    <a:pt x="5574793" y="627199"/>
                  </a:lnTo>
                  <a:close/>
                  <a:moveTo>
                    <a:pt x="4792811" y="564344"/>
                  </a:moveTo>
                  <a:lnTo>
                    <a:pt x="5291307" y="564344"/>
                  </a:lnTo>
                  <a:lnTo>
                    <a:pt x="5291307" y="627199"/>
                  </a:lnTo>
                  <a:lnTo>
                    <a:pt x="4792811" y="627199"/>
                  </a:lnTo>
                  <a:close/>
                  <a:moveTo>
                    <a:pt x="2285298" y="564344"/>
                  </a:moveTo>
                  <a:lnTo>
                    <a:pt x="2771132" y="564344"/>
                  </a:lnTo>
                  <a:lnTo>
                    <a:pt x="2771132" y="627199"/>
                  </a:lnTo>
                  <a:lnTo>
                    <a:pt x="2285298" y="627199"/>
                  </a:lnTo>
                  <a:close/>
                  <a:moveTo>
                    <a:pt x="1743635" y="564344"/>
                  </a:moveTo>
                  <a:lnTo>
                    <a:pt x="2184512" y="564344"/>
                  </a:lnTo>
                  <a:cubicBezTo>
                    <a:pt x="2184766" y="566886"/>
                    <a:pt x="2184779" y="569428"/>
                    <a:pt x="2184779" y="571975"/>
                  </a:cubicBezTo>
                  <a:lnTo>
                    <a:pt x="2181588" y="627199"/>
                  </a:lnTo>
                  <a:lnTo>
                    <a:pt x="1742032" y="627199"/>
                  </a:lnTo>
                  <a:cubicBezTo>
                    <a:pt x="1744814" y="614498"/>
                    <a:pt x="1746020" y="601328"/>
                    <a:pt x="1746020" y="587881"/>
                  </a:cubicBezTo>
                  <a:close/>
                  <a:moveTo>
                    <a:pt x="985097" y="564344"/>
                  </a:moveTo>
                  <a:lnTo>
                    <a:pt x="1469893" y="564344"/>
                  </a:lnTo>
                  <a:lnTo>
                    <a:pt x="1469893" y="627199"/>
                  </a:lnTo>
                  <a:lnTo>
                    <a:pt x="985097" y="627199"/>
                  </a:lnTo>
                  <a:close/>
                  <a:moveTo>
                    <a:pt x="0" y="564344"/>
                  </a:moveTo>
                  <a:lnTo>
                    <a:pt x="505721" y="564344"/>
                  </a:lnTo>
                  <a:lnTo>
                    <a:pt x="505721" y="627199"/>
                  </a:lnTo>
                  <a:lnTo>
                    <a:pt x="0" y="627199"/>
                  </a:lnTo>
                  <a:close/>
                  <a:moveTo>
                    <a:pt x="4156173" y="564343"/>
                  </a:moveTo>
                  <a:lnTo>
                    <a:pt x="4635244" y="564343"/>
                  </a:lnTo>
                  <a:cubicBezTo>
                    <a:pt x="4640872" y="584882"/>
                    <a:pt x="4645555" y="605853"/>
                    <a:pt x="4649285" y="627198"/>
                  </a:cubicBezTo>
                  <a:lnTo>
                    <a:pt x="4173561" y="627198"/>
                  </a:lnTo>
                  <a:cubicBezTo>
                    <a:pt x="4169315" y="604960"/>
                    <a:pt x="4163223" y="584012"/>
                    <a:pt x="4156173" y="564343"/>
                  </a:cubicBezTo>
                  <a:close/>
                  <a:moveTo>
                    <a:pt x="3330140" y="564343"/>
                  </a:moveTo>
                  <a:lnTo>
                    <a:pt x="3809216" y="564343"/>
                  </a:lnTo>
                  <a:cubicBezTo>
                    <a:pt x="3802169" y="584012"/>
                    <a:pt x="3796073" y="604960"/>
                    <a:pt x="3791828" y="627198"/>
                  </a:cubicBezTo>
                  <a:lnTo>
                    <a:pt x="3316108" y="627198"/>
                  </a:lnTo>
                  <a:cubicBezTo>
                    <a:pt x="3319832" y="605853"/>
                    <a:pt x="3324517" y="584882"/>
                    <a:pt x="3330140" y="564343"/>
                  </a:cubicBezTo>
                  <a:close/>
                  <a:moveTo>
                    <a:pt x="11305691" y="441367"/>
                  </a:moveTo>
                  <a:lnTo>
                    <a:pt x="11306110" y="441367"/>
                  </a:lnTo>
                  <a:lnTo>
                    <a:pt x="11306110" y="441726"/>
                  </a:lnTo>
                  <a:close/>
                  <a:moveTo>
                    <a:pt x="10419150" y="441367"/>
                  </a:moveTo>
                  <a:lnTo>
                    <a:pt x="10893359" y="441367"/>
                  </a:lnTo>
                  <a:cubicBezTo>
                    <a:pt x="10886582" y="455880"/>
                    <a:pt x="10890875" y="469945"/>
                    <a:pt x="10894757" y="483273"/>
                  </a:cubicBezTo>
                  <a:lnTo>
                    <a:pt x="10419058" y="483273"/>
                  </a:lnTo>
                  <a:cubicBezTo>
                    <a:pt x="10417969" y="476587"/>
                    <a:pt x="10417854" y="469854"/>
                    <a:pt x="10417854" y="463084"/>
                  </a:cubicBezTo>
                  <a:close/>
                  <a:moveTo>
                    <a:pt x="9781432" y="440432"/>
                  </a:moveTo>
                  <a:lnTo>
                    <a:pt x="10286039" y="440432"/>
                  </a:lnTo>
                  <a:lnTo>
                    <a:pt x="10286039" y="482250"/>
                  </a:lnTo>
                  <a:lnTo>
                    <a:pt x="9781432" y="482250"/>
                  </a:lnTo>
                  <a:close/>
                  <a:moveTo>
                    <a:pt x="8877431" y="440432"/>
                  </a:moveTo>
                  <a:lnTo>
                    <a:pt x="9382033" y="440432"/>
                  </a:lnTo>
                  <a:lnTo>
                    <a:pt x="9382033" y="482250"/>
                  </a:lnTo>
                  <a:lnTo>
                    <a:pt x="8877431" y="482250"/>
                  </a:lnTo>
                  <a:close/>
                  <a:moveTo>
                    <a:pt x="8042875" y="440432"/>
                  </a:moveTo>
                  <a:lnTo>
                    <a:pt x="8501703" y="440432"/>
                  </a:lnTo>
                  <a:lnTo>
                    <a:pt x="8501703" y="482250"/>
                  </a:lnTo>
                  <a:lnTo>
                    <a:pt x="8042875" y="482250"/>
                  </a:lnTo>
                  <a:close/>
                  <a:moveTo>
                    <a:pt x="7193139" y="440432"/>
                  </a:moveTo>
                  <a:lnTo>
                    <a:pt x="7871807" y="440432"/>
                  </a:lnTo>
                  <a:lnTo>
                    <a:pt x="7891162" y="482250"/>
                  </a:lnTo>
                  <a:lnTo>
                    <a:pt x="7193139" y="482250"/>
                  </a:lnTo>
                  <a:close/>
                  <a:moveTo>
                    <a:pt x="6188669" y="440432"/>
                  </a:moveTo>
                  <a:lnTo>
                    <a:pt x="6674501" y="440432"/>
                  </a:lnTo>
                  <a:lnTo>
                    <a:pt x="6674501" y="482250"/>
                  </a:lnTo>
                  <a:lnTo>
                    <a:pt x="6188669" y="482250"/>
                  </a:lnTo>
                  <a:close/>
                  <a:moveTo>
                    <a:pt x="5574793" y="440432"/>
                  </a:moveTo>
                  <a:lnTo>
                    <a:pt x="6073294" y="440432"/>
                  </a:lnTo>
                  <a:lnTo>
                    <a:pt x="6073294" y="482250"/>
                  </a:lnTo>
                  <a:lnTo>
                    <a:pt x="5574793" y="482250"/>
                  </a:lnTo>
                  <a:close/>
                  <a:moveTo>
                    <a:pt x="4792811" y="440432"/>
                  </a:moveTo>
                  <a:lnTo>
                    <a:pt x="5291307" y="440432"/>
                  </a:lnTo>
                  <a:lnTo>
                    <a:pt x="5291307" y="482250"/>
                  </a:lnTo>
                  <a:lnTo>
                    <a:pt x="4792811" y="482250"/>
                  </a:lnTo>
                  <a:close/>
                  <a:moveTo>
                    <a:pt x="2285298" y="440432"/>
                  </a:moveTo>
                  <a:lnTo>
                    <a:pt x="2771132" y="440432"/>
                  </a:lnTo>
                  <a:lnTo>
                    <a:pt x="2771132" y="482250"/>
                  </a:lnTo>
                  <a:lnTo>
                    <a:pt x="2285298" y="482250"/>
                  </a:lnTo>
                  <a:close/>
                  <a:moveTo>
                    <a:pt x="1688066" y="440432"/>
                  </a:moveTo>
                  <a:lnTo>
                    <a:pt x="2171374" y="440432"/>
                  </a:lnTo>
                  <a:cubicBezTo>
                    <a:pt x="2174308" y="454201"/>
                    <a:pt x="2176703" y="468150"/>
                    <a:pt x="2178605" y="482250"/>
                  </a:cubicBezTo>
                  <a:lnTo>
                    <a:pt x="1717768" y="482250"/>
                  </a:lnTo>
                  <a:cubicBezTo>
                    <a:pt x="1710308" y="466635"/>
                    <a:pt x="1700209" y="452603"/>
                    <a:pt x="1688066" y="440432"/>
                  </a:cubicBezTo>
                  <a:close/>
                  <a:moveTo>
                    <a:pt x="985097" y="440432"/>
                  </a:moveTo>
                  <a:lnTo>
                    <a:pt x="1469893" y="440432"/>
                  </a:lnTo>
                  <a:lnTo>
                    <a:pt x="1469893" y="482250"/>
                  </a:lnTo>
                  <a:lnTo>
                    <a:pt x="985097" y="482250"/>
                  </a:lnTo>
                  <a:close/>
                  <a:moveTo>
                    <a:pt x="0" y="440432"/>
                  </a:moveTo>
                  <a:lnTo>
                    <a:pt x="505721" y="440432"/>
                  </a:lnTo>
                  <a:lnTo>
                    <a:pt x="505721" y="482250"/>
                  </a:lnTo>
                  <a:lnTo>
                    <a:pt x="0" y="482250"/>
                  </a:lnTo>
                  <a:close/>
                  <a:moveTo>
                    <a:pt x="4093268" y="440431"/>
                  </a:moveTo>
                  <a:lnTo>
                    <a:pt x="4597023" y="440431"/>
                  </a:lnTo>
                  <a:cubicBezTo>
                    <a:pt x="4602558" y="454039"/>
                    <a:pt x="4607425" y="468006"/>
                    <a:pt x="4611768" y="482249"/>
                  </a:cubicBezTo>
                  <a:lnTo>
                    <a:pt x="4120709" y="482249"/>
                  </a:lnTo>
                  <a:cubicBezTo>
                    <a:pt x="4112199" y="466767"/>
                    <a:pt x="4103118" y="452703"/>
                    <a:pt x="4093268" y="440431"/>
                  </a:cubicBezTo>
                  <a:close/>
                  <a:moveTo>
                    <a:pt x="3368371" y="440431"/>
                  </a:moveTo>
                  <a:lnTo>
                    <a:pt x="3872116" y="440431"/>
                  </a:lnTo>
                  <a:cubicBezTo>
                    <a:pt x="3862266" y="452703"/>
                    <a:pt x="3853190" y="466767"/>
                    <a:pt x="3844680" y="482249"/>
                  </a:cubicBezTo>
                  <a:lnTo>
                    <a:pt x="3353616" y="482249"/>
                  </a:lnTo>
                  <a:cubicBezTo>
                    <a:pt x="3357959" y="468006"/>
                    <a:pt x="3362831" y="454039"/>
                    <a:pt x="3368371" y="440431"/>
                  </a:cubicBezTo>
                  <a:close/>
                  <a:moveTo>
                    <a:pt x="11223979" y="437563"/>
                  </a:moveTo>
                  <a:lnTo>
                    <a:pt x="11304274" y="437563"/>
                  </a:lnTo>
                  <a:lnTo>
                    <a:pt x="11304274" y="487440"/>
                  </a:lnTo>
                  <a:lnTo>
                    <a:pt x="11274504" y="487440"/>
                  </a:lnTo>
                  <a:close/>
                  <a:moveTo>
                    <a:pt x="10437485" y="312620"/>
                  </a:moveTo>
                  <a:lnTo>
                    <a:pt x="11305204" y="312620"/>
                  </a:lnTo>
                  <a:lnTo>
                    <a:pt x="11305204" y="323517"/>
                  </a:lnTo>
                  <a:lnTo>
                    <a:pt x="11306110" y="323517"/>
                  </a:lnTo>
                  <a:lnTo>
                    <a:pt x="11306110" y="351547"/>
                  </a:lnTo>
                  <a:lnTo>
                    <a:pt x="11306110" y="359098"/>
                  </a:lnTo>
                  <a:lnTo>
                    <a:pt x="11305204" y="359098"/>
                  </a:lnTo>
                  <a:lnTo>
                    <a:pt x="11305204" y="363528"/>
                  </a:lnTo>
                  <a:lnTo>
                    <a:pt x="10423824" y="363528"/>
                  </a:lnTo>
                  <a:lnTo>
                    <a:pt x="10429797" y="336441"/>
                  </a:lnTo>
                  <a:close/>
                  <a:moveTo>
                    <a:pt x="9781432" y="312620"/>
                  </a:moveTo>
                  <a:lnTo>
                    <a:pt x="10286039" y="312620"/>
                  </a:lnTo>
                  <a:lnTo>
                    <a:pt x="10286039" y="322833"/>
                  </a:lnTo>
                  <a:lnTo>
                    <a:pt x="10286039" y="358338"/>
                  </a:lnTo>
                  <a:lnTo>
                    <a:pt x="10286039" y="358339"/>
                  </a:lnTo>
                  <a:lnTo>
                    <a:pt x="9781432" y="358339"/>
                  </a:lnTo>
                  <a:lnTo>
                    <a:pt x="9781432" y="358338"/>
                  </a:lnTo>
                  <a:lnTo>
                    <a:pt x="9781432" y="322833"/>
                  </a:lnTo>
                  <a:close/>
                  <a:moveTo>
                    <a:pt x="8611213" y="312620"/>
                  </a:moveTo>
                  <a:lnTo>
                    <a:pt x="9666891" y="312620"/>
                  </a:lnTo>
                  <a:lnTo>
                    <a:pt x="9666891" y="322833"/>
                  </a:lnTo>
                  <a:lnTo>
                    <a:pt x="9668568" y="322833"/>
                  </a:lnTo>
                  <a:lnTo>
                    <a:pt x="9668568" y="358338"/>
                  </a:lnTo>
                  <a:lnTo>
                    <a:pt x="9666891" y="358338"/>
                  </a:lnTo>
                  <a:lnTo>
                    <a:pt x="9666891" y="358339"/>
                  </a:lnTo>
                  <a:lnTo>
                    <a:pt x="8611213" y="358339"/>
                  </a:lnTo>
                  <a:close/>
                  <a:moveTo>
                    <a:pt x="8037009" y="312620"/>
                  </a:moveTo>
                  <a:lnTo>
                    <a:pt x="8500026" y="312620"/>
                  </a:lnTo>
                  <a:lnTo>
                    <a:pt x="8500026" y="322833"/>
                  </a:lnTo>
                  <a:lnTo>
                    <a:pt x="8501703" y="322833"/>
                  </a:lnTo>
                  <a:lnTo>
                    <a:pt x="8501703" y="358338"/>
                  </a:lnTo>
                  <a:lnTo>
                    <a:pt x="8500026" y="358338"/>
                  </a:lnTo>
                  <a:lnTo>
                    <a:pt x="8500026" y="358339"/>
                  </a:lnTo>
                  <a:lnTo>
                    <a:pt x="8037009" y="358339"/>
                  </a:lnTo>
                  <a:close/>
                  <a:moveTo>
                    <a:pt x="7193139" y="312620"/>
                  </a:moveTo>
                  <a:lnTo>
                    <a:pt x="7812777" y="312620"/>
                  </a:lnTo>
                  <a:lnTo>
                    <a:pt x="7833342" y="357178"/>
                  </a:lnTo>
                  <a:lnTo>
                    <a:pt x="7833342" y="357314"/>
                  </a:lnTo>
                  <a:lnTo>
                    <a:pt x="7833816" y="358338"/>
                  </a:lnTo>
                  <a:lnTo>
                    <a:pt x="7833342" y="358338"/>
                  </a:lnTo>
                  <a:lnTo>
                    <a:pt x="7833342" y="358339"/>
                  </a:lnTo>
                  <a:lnTo>
                    <a:pt x="7193139" y="358339"/>
                  </a:lnTo>
                  <a:lnTo>
                    <a:pt x="7193139" y="358338"/>
                  </a:lnTo>
                  <a:lnTo>
                    <a:pt x="7193139" y="322833"/>
                  </a:lnTo>
                  <a:close/>
                  <a:moveTo>
                    <a:pt x="6184479" y="312620"/>
                  </a:moveTo>
                  <a:lnTo>
                    <a:pt x="7080274" y="312620"/>
                  </a:lnTo>
                  <a:lnTo>
                    <a:pt x="7080274" y="322833"/>
                  </a:lnTo>
                  <a:lnTo>
                    <a:pt x="7080275" y="322833"/>
                  </a:lnTo>
                  <a:lnTo>
                    <a:pt x="7080275" y="358338"/>
                  </a:lnTo>
                  <a:lnTo>
                    <a:pt x="7080274" y="358338"/>
                  </a:lnTo>
                  <a:lnTo>
                    <a:pt x="7080274" y="358339"/>
                  </a:lnTo>
                  <a:lnTo>
                    <a:pt x="6184479" y="358339"/>
                  </a:lnTo>
                  <a:close/>
                  <a:moveTo>
                    <a:pt x="5574793" y="312620"/>
                  </a:moveTo>
                  <a:lnTo>
                    <a:pt x="6073294" y="312620"/>
                  </a:lnTo>
                  <a:lnTo>
                    <a:pt x="6073294" y="322833"/>
                  </a:lnTo>
                  <a:lnTo>
                    <a:pt x="6073294" y="358338"/>
                  </a:lnTo>
                  <a:lnTo>
                    <a:pt x="6073294" y="358339"/>
                  </a:lnTo>
                  <a:lnTo>
                    <a:pt x="5574793" y="358339"/>
                  </a:lnTo>
                  <a:lnTo>
                    <a:pt x="5574793" y="358338"/>
                  </a:lnTo>
                  <a:lnTo>
                    <a:pt x="5574793" y="322833"/>
                  </a:lnTo>
                  <a:close/>
                  <a:moveTo>
                    <a:pt x="4792811" y="312620"/>
                  </a:moveTo>
                  <a:lnTo>
                    <a:pt x="5291307" y="312620"/>
                  </a:lnTo>
                  <a:lnTo>
                    <a:pt x="5291307" y="322833"/>
                  </a:lnTo>
                  <a:lnTo>
                    <a:pt x="5291307" y="358338"/>
                  </a:lnTo>
                  <a:lnTo>
                    <a:pt x="5291307" y="358339"/>
                  </a:lnTo>
                  <a:lnTo>
                    <a:pt x="4792811" y="358339"/>
                  </a:lnTo>
                  <a:lnTo>
                    <a:pt x="4792811" y="358338"/>
                  </a:lnTo>
                  <a:lnTo>
                    <a:pt x="4792811" y="322833"/>
                  </a:lnTo>
                  <a:close/>
                  <a:moveTo>
                    <a:pt x="2285298" y="312620"/>
                  </a:moveTo>
                  <a:lnTo>
                    <a:pt x="3183254" y="312620"/>
                  </a:lnTo>
                  <a:lnTo>
                    <a:pt x="3183254" y="322833"/>
                  </a:lnTo>
                  <a:lnTo>
                    <a:pt x="3183254" y="358338"/>
                  </a:lnTo>
                  <a:lnTo>
                    <a:pt x="3183254" y="358339"/>
                  </a:lnTo>
                  <a:lnTo>
                    <a:pt x="2285298" y="358339"/>
                  </a:lnTo>
                  <a:lnTo>
                    <a:pt x="2285298" y="358338"/>
                  </a:lnTo>
                  <a:lnTo>
                    <a:pt x="2285298" y="322833"/>
                  </a:lnTo>
                  <a:close/>
                  <a:moveTo>
                    <a:pt x="985097" y="312620"/>
                  </a:moveTo>
                  <a:lnTo>
                    <a:pt x="2135110" y="312620"/>
                  </a:lnTo>
                  <a:lnTo>
                    <a:pt x="2148730" y="358335"/>
                  </a:lnTo>
                  <a:lnTo>
                    <a:pt x="2148731" y="358338"/>
                  </a:lnTo>
                  <a:lnTo>
                    <a:pt x="2148731" y="358339"/>
                  </a:lnTo>
                  <a:lnTo>
                    <a:pt x="985097" y="358339"/>
                  </a:lnTo>
                  <a:lnTo>
                    <a:pt x="985097" y="358338"/>
                  </a:lnTo>
                  <a:lnTo>
                    <a:pt x="985097" y="322833"/>
                  </a:lnTo>
                  <a:close/>
                  <a:moveTo>
                    <a:pt x="0" y="312620"/>
                  </a:moveTo>
                  <a:lnTo>
                    <a:pt x="877145" y="312620"/>
                  </a:lnTo>
                  <a:lnTo>
                    <a:pt x="877145" y="322833"/>
                  </a:lnTo>
                  <a:lnTo>
                    <a:pt x="877145" y="358338"/>
                  </a:lnTo>
                  <a:lnTo>
                    <a:pt x="877145" y="358339"/>
                  </a:lnTo>
                  <a:lnTo>
                    <a:pt x="0" y="358339"/>
                  </a:lnTo>
                  <a:lnTo>
                    <a:pt x="0" y="358338"/>
                  </a:lnTo>
                  <a:lnTo>
                    <a:pt x="0" y="322833"/>
                  </a:lnTo>
                  <a:close/>
                  <a:moveTo>
                    <a:pt x="3426524" y="311140"/>
                  </a:moveTo>
                  <a:lnTo>
                    <a:pt x="4541246" y="311140"/>
                  </a:lnTo>
                  <a:lnTo>
                    <a:pt x="4565836" y="363528"/>
                  </a:lnTo>
                  <a:lnTo>
                    <a:pt x="3720591" y="363528"/>
                  </a:lnTo>
                  <a:lnTo>
                    <a:pt x="3720591" y="361147"/>
                  </a:lnTo>
                  <a:lnTo>
                    <a:pt x="3403052" y="361147"/>
                  </a:lnTo>
                  <a:close/>
                  <a:moveTo>
                    <a:pt x="10479636" y="204267"/>
                  </a:moveTo>
                  <a:lnTo>
                    <a:pt x="10671926" y="204267"/>
                  </a:lnTo>
                  <a:lnTo>
                    <a:pt x="11306110" y="204267"/>
                  </a:lnTo>
                  <a:lnTo>
                    <a:pt x="11306110" y="241250"/>
                  </a:lnTo>
                  <a:lnTo>
                    <a:pt x="10671926" y="241250"/>
                  </a:lnTo>
                  <a:lnTo>
                    <a:pt x="10463420" y="241250"/>
                  </a:lnTo>
                  <a:close/>
                  <a:moveTo>
                    <a:pt x="9781432" y="203834"/>
                  </a:moveTo>
                  <a:lnTo>
                    <a:pt x="10286039" y="203834"/>
                  </a:lnTo>
                  <a:lnTo>
                    <a:pt x="10286039" y="240739"/>
                  </a:lnTo>
                  <a:lnTo>
                    <a:pt x="9781432" y="240739"/>
                  </a:lnTo>
                  <a:close/>
                  <a:moveTo>
                    <a:pt x="8612890" y="203834"/>
                  </a:moveTo>
                  <a:lnTo>
                    <a:pt x="9668568" y="203834"/>
                  </a:lnTo>
                  <a:lnTo>
                    <a:pt x="9668568" y="240739"/>
                  </a:lnTo>
                  <a:lnTo>
                    <a:pt x="8612890" y="240739"/>
                  </a:lnTo>
                  <a:close/>
                  <a:moveTo>
                    <a:pt x="8042875" y="203834"/>
                  </a:moveTo>
                  <a:lnTo>
                    <a:pt x="8501703" y="203834"/>
                  </a:lnTo>
                  <a:lnTo>
                    <a:pt x="8501703" y="240739"/>
                  </a:lnTo>
                  <a:lnTo>
                    <a:pt x="8042875" y="240739"/>
                  </a:lnTo>
                  <a:close/>
                  <a:moveTo>
                    <a:pt x="7193139" y="203834"/>
                  </a:moveTo>
                  <a:lnTo>
                    <a:pt x="7762309" y="203834"/>
                  </a:lnTo>
                  <a:lnTo>
                    <a:pt x="7779389" y="240739"/>
                  </a:lnTo>
                  <a:lnTo>
                    <a:pt x="7193139" y="240739"/>
                  </a:lnTo>
                  <a:close/>
                  <a:moveTo>
                    <a:pt x="6188669" y="203834"/>
                  </a:moveTo>
                  <a:lnTo>
                    <a:pt x="7080275" y="203834"/>
                  </a:lnTo>
                  <a:lnTo>
                    <a:pt x="7080275" y="240739"/>
                  </a:lnTo>
                  <a:lnTo>
                    <a:pt x="6188669" y="240739"/>
                  </a:lnTo>
                  <a:close/>
                  <a:moveTo>
                    <a:pt x="5574793" y="203834"/>
                  </a:moveTo>
                  <a:lnTo>
                    <a:pt x="6073294" y="203834"/>
                  </a:lnTo>
                  <a:lnTo>
                    <a:pt x="6073294" y="240739"/>
                  </a:lnTo>
                  <a:lnTo>
                    <a:pt x="5574793" y="240739"/>
                  </a:lnTo>
                  <a:close/>
                  <a:moveTo>
                    <a:pt x="4792811" y="203834"/>
                  </a:moveTo>
                  <a:lnTo>
                    <a:pt x="5291307" y="203834"/>
                  </a:lnTo>
                  <a:lnTo>
                    <a:pt x="5291307" y="240739"/>
                  </a:lnTo>
                  <a:lnTo>
                    <a:pt x="4792811" y="240739"/>
                  </a:lnTo>
                  <a:close/>
                  <a:moveTo>
                    <a:pt x="2285298" y="203834"/>
                  </a:moveTo>
                  <a:lnTo>
                    <a:pt x="3183254" y="203834"/>
                  </a:lnTo>
                  <a:lnTo>
                    <a:pt x="3183254" y="240739"/>
                  </a:lnTo>
                  <a:lnTo>
                    <a:pt x="2285298" y="240739"/>
                  </a:lnTo>
                  <a:close/>
                  <a:moveTo>
                    <a:pt x="985097" y="203834"/>
                  </a:moveTo>
                  <a:lnTo>
                    <a:pt x="2069184" y="203834"/>
                  </a:lnTo>
                  <a:cubicBezTo>
                    <a:pt x="2078730" y="215259"/>
                    <a:pt x="2086715" y="227762"/>
                    <a:pt x="2093941" y="240739"/>
                  </a:cubicBezTo>
                  <a:lnTo>
                    <a:pt x="985097" y="240739"/>
                  </a:lnTo>
                  <a:close/>
                  <a:moveTo>
                    <a:pt x="0" y="203834"/>
                  </a:moveTo>
                  <a:lnTo>
                    <a:pt x="877145" y="203834"/>
                  </a:lnTo>
                  <a:lnTo>
                    <a:pt x="877145" y="240739"/>
                  </a:lnTo>
                  <a:lnTo>
                    <a:pt x="0" y="240739"/>
                  </a:lnTo>
                  <a:close/>
                  <a:moveTo>
                    <a:pt x="3491565" y="203833"/>
                  </a:moveTo>
                  <a:lnTo>
                    <a:pt x="4473824" y="203833"/>
                  </a:lnTo>
                  <a:cubicBezTo>
                    <a:pt x="4482698" y="215677"/>
                    <a:pt x="4491028" y="228051"/>
                    <a:pt x="4499119" y="240738"/>
                  </a:cubicBezTo>
                  <a:lnTo>
                    <a:pt x="3466269" y="240738"/>
                  </a:lnTo>
                  <a:cubicBezTo>
                    <a:pt x="3474361" y="228051"/>
                    <a:pt x="3482694" y="215677"/>
                    <a:pt x="3491565" y="203833"/>
                  </a:cubicBezTo>
                  <a:close/>
                  <a:moveTo>
                    <a:pt x="10550205" y="96959"/>
                  </a:moveTo>
                  <a:lnTo>
                    <a:pt x="10671926" y="96959"/>
                  </a:lnTo>
                  <a:lnTo>
                    <a:pt x="11306110" y="96959"/>
                  </a:lnTo>
                  <a:lnTo>
                    <a:pt x="11306110" y="121993"/>
                  </a:lnTo>
                  <a:lnTo>
                    <a:pt x="10671926" y="121993"/>
                  </a:lnTo>
                  <a:lnTo>
                    <a:pt x="10531544" y="121993"/>
                  </a:lnTo>
                  <a:close/>
                  <a:moveTo>
                    <a:pt x="9781432" y="96753"/>
                  </a:moveTo>
                  <a:lnTo>
                    <a:pt x="10286039" y="96753"/>
                  </a:lnTo>
                  <a:lnTo>
                    <a:pt x="10286039" y="121735"/>
                  </a:lnTo>
                  <a:lnTo>
                    <a:pt x="9781432" y="121735"/>
                  </a:lnTo>
                  <a:close/>
                  <a:moveTo>
                    <a:pt x="8612890" y="96753"/>
                  </a:moveTo>
                  <a:lnTo>
                    <a:pt x="9668568" y="96753"/>
                  </a:lnTo>
                  <a:lnTo>
                    <a:pt x="9668568" y="121735"/>
                  </a:lnTo>
                  <a:lnTo>
                    <a:pt x="8612890" y="121735"/>
                  </a:lnTo>
                  <a:close/>
                  <a:moveTo>
                    <a:pt x="8042875" y="96753"/>
                  </a:moveTo>
                  <a:lnTo>
                    <a:pt x="8501703" y="96753"/>
                  </a:lnTo>
                  <a:lnTo>
                    <a:pt x="8501703" y="121735"/>
                  </a:lnTo>
                  <a:lnTo>
                    <a:pt x="8042875" y="121735"/>
                  </a:lnTo>
                  <a:close/>
                  <a:moveTo>
                    <a:pt x="7193139" y="96753"/>
                  </a:moveTo>
                  <a:lnTo>
                    <a:pt x="7712749" y="96753"/>
                  </a:lnTo>
                  <a:lnTo>
                    <a:pt x="7724312" y="121735"/>
                  </a:lnTo>
                  <a:lnTo>
                    <a:pt x="7193139" y="121735"/>
                  </a:lnTo>
                  <a:close/>
                  <a:moveTo>
                    <a:pt x="6188669" y="96753"/>
                  </a:moveTo>
                  <a:lnTo>
                    <a:pt x="7080275" y="96753"/>
                  </a:lnTo>
                  <a:lnTo>
                    <a:pt x="7080275" y="121735"/>
                  </a:lnTo>
                  <a:lnTo>
                    <a:pt x="6188669" y="121735"/>
                  </a:lnTo>
                  <a:close/>
                  <a:moveTo>
                    <a:pt x="5574793" y="96753"/>
                  </a:moveTo>
                  <a:lnTo>
                    <a:pt x="6073294" y="96753"/>
                  </a:lnTo>
                  <a:lnTo>
                    <a:pt x="6073294" y="121735"/>
                  </a:lnTo>
                  <a:lnTo>
                    <a:pt x="5574793" y="121735"/>
                  </a:lnTo>
                  <a:close/>
                  <a:moveTo>
                    <a:pt x="4792811" y="96753"/>
                  </a:moveTo>
                  <a:lnTo>
                    <a:pt x="5291307" y="96753"/>
                  </a:lnTo>
                  <a:lnTo>
                    <a:pt x="5291307" y="121735"/>
                  </a:lnTo>
                  <a:lnTo>
                    <a:pt x="4792811" y="121735"/>
                  </a:lnTo>
                  <a:close/>
                  <a:moveTo>
                    <a:pt x="2285298" y="96753"/>
                  </a:moveTo>
                  <a:lnTo>
                    <a:pt x="3183254" y="96753"/>
                  </a:lnTo>
                  <a:lnTo>
                    <a:pt x="3183254" y="121735"/>
                  </a:lnTo>
                  <a:lnTo>
                    <a:pt x="2285298" y="121735"/>
                  </a:lnTo>
                  <a:close/>
                  <a:moveTo>
                    <a:pt x="985097" y="96753"/>
                  </a:moveTo>
                  <a:lnTo>
                    <a:pt x="1978552" y="96753"/>
                  </a:lnTo>
                  <a:cubicBezTo>
                    <a:pt x="1987269" y="104388"/>
                    <a:pt x="1995490" y="112539"/>
                    <a:pt x="2002599" y="121735"/>
                  </a:cubicBezTo>
                  <a:lnTo>
                    <a:pt x="985097" y="121735"/>
                  </a:lnTo>
                  <a:close/>
                  <a:moveTo>
                    <a:pt x="0" y="96753"/>
                  </a:moveTo>
                  <a:lnTo>
                    <a:pt x="877145" y="96753"/>
                  </a:lnTo>
                  <a:lnTo>
                    <a:pt x="877145" y="121735"/>
                  </a:lnTo>
                  <a:lnTo>
                    <a:pt x="0" y="121735"/>
                  </a:lnTo>
                  <a:close/>
                  <a:moveTo>
                    <a:pt x="3581580" y="96752"/>
                  </a:moveTo>
                  <a:lnTo>
                    <a:pt x="4383809" y="96752"/>
                  </a:lnTo>
                  <a:cubicBezTo>
                    <a:pt x="4392080" y="104604"/>
                    <a:pt x="4400028" y="112884"/>
                    <a:pt x="4407456" y="121734"/>
                  </a:cubicBezTo>
                  <a:lnTo>
                    <a:pt x="3557933" y="121734"/>
                  </a:lnTo>
                  <a:cubicBezTo>
                    <a:pt x="3565365" y="112884"/>
                    <a:pt x="3573309" y="104604"/>
                    <a:pt x="3581580" y="96752"/>
                  </a:cubicBezTo>
                  <a:close/>
                  <a:moveTo>
                    <a:pt x="10683999" y="1"/>
                  </a:moveTo>
                  <a:lnTo>
                    <a:pt x="10743787" y="1"/>
                  </a:lnTo>
                  <a:cubicBezTo>
                    <a:pt x="10762889" y="1"/>
                    <a:pt x="10781796" y="856"/>
                    <a:pt x="10800434" y="2849"/>
                  </a:cubicBezTo>
                  <a:lnTo>
                    <a:pt x="10800434" y="1"/>
                  </a:lnTo>
                  <a:lnTo>
                    <a:pt x="11306110" y="1"/>
                  </a:lnTo>
                  <a:lnTo>
                    <a:pt x="11306110" y="14690"/>
                  </a:lnTo>
                  <a:lnTo>
                    <a:pt x="10671926" y="14690"/>
                  </a:lnTo>
                  <a:lnTo>
                    <a:pt x="10634292" y="14690"/>
                  </a:lnTo>
                  <a:cubicBezTo>
                    <a:pt x="10638035" y="10809"/>
                    <a:pt x="10642253" y="7500"/>
                    <a:pt x="10646512" y="4251"/>
                  </a:cubicBezTo>
                  <a:lnTo>
                    <a:pt x="10646512" y="2687"/>
                  </a:lnTo>
                  <a:lnTo>
                    <a:pt x="10671926" y="1221"/>
                  </a:lnTo>
                  <a:lnTo>
                    <a:pt x="10671926" y="697"/>
                  </a:lnTo>
                  <a:close/>
                  <a:moveTo>
                    <a:pt x="9781432" y="1"/>
                  </a:moveTo>
                  <a:lnTo>
                    <a:pt x="10286039" y="1"/>
                  </a:lnTo>
                  <a:lnTo>
                    <a:pt x="10286039" y="14659"/>
                  </a:lnTo>
                  <a:lnTo>
                    <a:pt x="9781432" y="14659"/>
                  </a:lnTo>
                  <a:close/>
                  <a:moveTo>
                    <a:pt x="8612890" y="1"/>
                  </a:moveTo>
                  <a:lnTo>
                    <a:pt x="9668568" y="1"/>
                  </a:lnTo>
                  <a:lnTo>
                    <a:pt x="9668568" y="14659"/>
                  </a:lnTo>
                  <a:lnTo>
                    <a:pt x="8612890" y="14659"/>
                  </a:lnTo>
                  <a:close/>
                  <a:moveTo>
                    <a:pt x="8042875" y="1"/>
                  </a:moveTo>
                  <a:lnTo>
                    <a:pt x="8501703" y="1"/>
                  </a:lnTo>
                  <a:lnTo>
                    <a:pt x="8501703" y="14659"/>
                  </a:lnTo>
                  <a:lnTo>
                    <a:pt x="8042875" y="14659"/>
                  </a:lnTo>
                  <a:close/>
                  <a:moveTo>
                    <a:pt x="7193139" y="1"/>
                  </a:moveTo>
                  <a:lnTo>
                    <a:pt x="7667970" y="1"/>
                  </a:lnTo>
                  <a:lnTo>
                    <a:pt x="7674758" y="14659"/>
                  </a:lnTo>
                  <a:lnTo>
                    <a:pt x="7193139" y="14659"/>
                  </a:lnTo>
                  <a:close/>
                  <a:moveTo>
                    <a:pt x="6188669" y="1"/>
                  </a:moveTo>
                  <a:lnTo>
                    <a:pt x="7080275" y="1"/>
                  </a:lnTo>
                  <a:lnTo>
                    <a:pt x="7080275" y="14659"/>
                  </a:lnTo>
                  <a:lnTo>
                    <a:pt x="6188669" y="14659"/>
                  </a:lnTo>
                  <a:close/>
                  <a:moveTo>
                    <a:pt x="5574793" y="1"/>
                  </a:moveTo>
                  <a:lnTo>
                    <a:pt x="6073294" y="1"/>
                  </a:lnTo>
                  <a:lnTo>
                    <a:pt x="6073294" y="14659"/>
                  </a:lnTo>
                  <a:lnTo>
                    <a:pt x="5574793" y="14659"/>
                  </a:lnTo>
                  <a:close/>
                  <a:moveTo>
                    <a:pt x="4792811" y="1"/>
                  </a:moveTo>
                  <a:lnTo>
                    <a:pt x="5291307" y="1"/>
                  </a:lnTo>
                  <a:lnTo>
                    <a:pt x="5291307" y="14659"/>
                  </a:lnTo>
                  <a:lnTo>
                    <a:pt x="4792811" y="14659"/>
                  </a:lnTo>
                  <a:close/>
                  <a:moveTo>
                    <a:pt x="2285298" y="1"/>
                  </a:moveTo>
                  <a:lnTo>
                    <a:pt x="3183254" y="1"/>
                  </a:lnTo>
                  <a:lnTo>
                    <a:pt x="3183254" y="14659"/>
                  </a:lnTo>
                  <a:lnTo>
                    <a:pt x="2285298" y="14659"/>
                  </a:lnTo>
                  <a:close/>
                  <a:moveTo>
                    <a:pt x="985097" y="1"/>
                  </a:moveTo>
                  <a:lnTo>
                    <a:pt x="1846470" y="1"/>
                  </a:lnTo>
                  <a:lnTo>
                    <a:pt x="1869376" y="14659"/>
                  </a:lnTo>
                  <a:lnTo>
                    <a:pt x="985097" y="14659"/>
                  </a:lnTo>
                  <a:close/>
                  <a:moveTo>
                    <a:pt x="0" y="1"/>
                  </a:moveTo>
                  <a:lnTo>
                    <a:pt x="877145" y="1"/>
                  </a:lnTo>
                  <a:lnTo>
                    <a:pt x="877145" y="14659"/>
                  </a:lnTo>
                  <a:lnTo>
                    <a:pt x="0" y="14659"/>
                  </a:lnTo>
                  <a:close/>
                  <a:moveTo>
                    <a:pt x="3702830" y="0"/>
                  </a:moveTo>
                  <a:lnTo>
                    <a:pt x="4262563" y="0"/>
                  </a:lnTo>
                  <a:lnTo>
                    <a:pt x="4284257" y="14658"/>
                  </a:lnTo>
                  <a:lnTo>
                    <a:pt x="3681132" y="14658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t" anchorCtr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schemeClr val="accent4"/>
                </a:solidFill>
              </a:endParaRPr>
            </a:p>
          </p:txBody>
        </p:sp>
      </p:grpSp>
      <p:sp>
        <p:nvSpPr>
          <p:cNvPr id="32" name="Rechteck 34">
            <a:extLst>
              <a:ext uri="{FF2B5EF4-FFF2-40B4-BE49-F238E27FC236}">
                <a16:creationId xmlns:a16="http://schemas.microsoft.com/office/drawing/2014/main" id="{E281F1CD-20C1-6868-14DB-F84C33DA9522}"/>
              </a:ext>
            </a:extLst>
          </p:cNvPr>
          <p:cNvSpPr>
            <a:spLocks/>
          </p:cNvSpPr>
          <p:nvPr userDrawn="1"/>
        </p:nvSpPr>
        <p:spPr>
          <a:xfrm>
            <a:off x="430809" y="504000"/>
            <a:ext cx="972000" cy="972000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33" name="Rechteck 34">
            <a:extLst>
              <a:ext uri="{FF2B5EF4-FFF2-40B4-BE49-F238E27FC236}">
                <a16:creationId xmlns:a16="http://schemas.microsoft.com/office/drawing/2014/main" id="{8A1AD43C-749D-7713-4B50-12680CED7923}"/>
              </a:ext>
            </a:extLst>
          </p:cNvPr>
          <p:cNvSpPr>
            <a:spLocks/>
          </p:cNvSpPr>
          <p:nvPr userDrawn="1"/>
        </p:nvSpPr>
        <p:spPr>
          <a:xfrm>
            <a:off x="1476393" y="504000"/>
            <a:ext cx="972000" cy="972000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34" name="Rechteck 34">
            <a:extLst>
              <a:ext uri="{FF2B5EF4-FFF2-40B4-BE49-F238E27FC236}">
                <a16:creationId xmlns:a16="http://schemas.microsoft.com/office/drawing/2014/main" id="{F4E0562E-0221-2643-8880-60086B316DDC}"/>
              </a:ext>
            </a:extLst>
          </p:cNvPr>
          <p:cNvSpPr>
            <a:spLocks/>
          </p:cNvSpPr>
          <p:nvPr userDrawn="1"/>
        </p:nvSpPr>
        <p:spPr>
          <a:xfrm>
            <a:off x="2520000" y="504000"/>
            <a:ext cx="972000" cy="972000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2169B95-9483-4505-F154-113E31DEE62F}"/>
              </a:ext>
            </a:extLst>
          </p:cNvPr>
          <p:cNvSpPr>
            <a:spLocks/>
          </p:cNvSpPr>
          <p:nvPr userDrawn="1"/>
        </p:nvSpPr>
        <p:spPr>
          <a:xfrm>
            <a:off x="3564000" y="504000"/>
            <a:ext cx="972000" cy="972000"/>
          </a:xfrm>
          <a:prstGeom prst="rect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200"/>
            <a:endParaRPr lang="en-GB" sz="1800" noProof="0">
              <a:solidFill>
                <a:srgbClr val="F78F1E"/>
              </a:solidFill>
            </a:endParaRPr>
          </a:p>
        </p:txBody>
      </p:sp>
      <p:grpSp>
        <p:nvGrpSpPr>
          <p:cNvPr id="36" name="Gruppieren 63">
            <a:extLst>
              <a:ext uri="{FF2B5EF4-FFF2-40B4-BE49-F238E27FC236}">
                <a16:creationId xmlns:a16="http://schemas.microsoft.com/office/drawing/2014/main" id="{6A2F7650-D9CF-0937-51CF-7DD80E8B4D66}"/>
              </a:ext>
            </a:extLst>
          </p:cNvPr>
          <p:cNvGrpSpPr/>
          <p:nvPr userDrawn="1"/>
        </p:nvGrpSpPr>
        <p:grpSpPr>
          <a:xfrm>
            <a:off x="4239979" y="5189705"/>
            <a:ext cx="4472612" cy="405933"/>
            <a:chOff x="4239977" y="4643999"/>
            <a:chExt cx="4472612" cy="396002"/>
          </a:xfrm>
        </p:grpSpPr>
        <p:sp>
          <p:nvSpPr>
            <p:cNvPr id="40" name="&lt; bac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B2189A7D-5722-C483-D493-7A920CD001BC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6315320" y="4804666"/>
              <a:ext cx="93800" cy="99082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292" h="161924">
                  <a:moveTo>
                    <a:pt x="65408" y="0"/>
                  </a:moveTo>
                  <a:lnTo>
                    <a:pt x="90769" y="0"/>
                  </a:lnTo>
                  <a:lnTo>
                    <a:pt x="153292" y="80962"/>
                  </a:lnTo>
                  <a:lnTo>
                    <a:pt x="90769" y="161924"/>
                  </a:lnTo>
                  <a:lnTo>
                    <a:pt x="65408" y="161924"/>
                  </a:lnTo>
                  <a:lnTo>
                    <a:pt x="127931" y="80962"/>
                  </a:lnTo>
                  <a:close/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chemeClr val="accent1">
                    <a:alpha val="4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41" name="back lin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CEFEC02-D753-8986-2D20-81136F7DBDC4}"/>
                </a:ext>
              </a:extLst>
            </p:cNvPr>
            <p:cNvSpPr/>
            <p:nvPr userDrawn="1"/>
          </p:nvSpPr>
          <p:spPr>
            <a:xfrm>
              <a:off x="6146220" y="4643999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previous</a:t>
              </a:r>
            </a:p>
          </p:txBody>
        </p:sp>
        <p:sp>
          <p:nvSpPr>
            <p:cNvPr id="42" name="Freihandform: Form 97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B488C98F-1322-F0F8-F013-8CB8C9D606F3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5711670" y="4804666"/>
              <a:ext cx="53776" cy="99082"/>
            </a:xfrm>
            <a:custGeom>
              <a:avLst/>
              <a:gdLst>
                <a:gd name="connsiteX0" fmla="*/ 23824 w 82557"/>
                <a:gd name="connsiteY0" fmla="*/ 0 h 152109"/>
                <a:gd name="connsiteX1" fmla="*/ 0 w 82557"/>
                <a:gd name="connsiteY1" fmla="*/ 0 h 152109"/>
                <a:gd name="connsiteX2" fmla="*/ 58734 w 82557"/>
                <a:gd name="connsiteY2" fmla="*/ 76055 h 152109"/>
                <a:gd name="connsiteX3" fmla="*/ 0 w 82557"/>
                <a:gd name="connsiteY3" fmla="*/ 152109 h 152109"/>
                <a:gd name="connsiteX4" fmla="*/ 23824 w 82557"/>
                <a:gd name="connsiteY4" fmla="*/ 152109 h 152109"/>
                <a:gd name="connsiteX5" fmla="*/ 82557 w 82557"/>
                <a:gd name="connsiteY5" fmla="*/ 76055 h 15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557" h="152109">
                  <a:moveTo>
                    <a:pt x="23824" y="0"/>
                  </a:moveTo>
                  <a:lnTo>
                    <a:pt x="0" y="0"/>
                  </a:lnTo>
                  <a:lnTo>
                    <a:pt x="58734" y="76055"/>
                  </a:lnTo>
                  <a:lnTo>
                    <a:pt x="0" y="152109"/>
                  </a:lnTo>
                  <a:lnTo>
                    <a:pt x="23824" y="152109"/>
                  </a:lnTo>
                  <a:lnTo>
                    <a:pt x="82557" y="7605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back link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351CE09D-19EF-030D-D571-86D74D994FBB}"/>
                </a:ext>
              </a:extLst>
            </p:cNvPr>
            <p:cNvSpPr/>
            <p:nvPr userDrawn="1"/>
          </p:nvSpPr>
          <p:spPr>
            <a:xfrm>
              <a:off x="5522558" y="4643999"/>
              <a:ext cx="432000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last visited</a:t>
              </a:r>
            </a:p>
          </p:txBody>
        </p:sp>
        <p:sp>
          <p:nvSpPr>
            <p:cNvPr id="47" name="back link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48ADABE7-7C2B-9A90-7930-88986286AE14}"/>
                </a:ext>
              </a:extLst>
            </p:cNvPr>
            <p:cNvSpPr/>
            <p:nvPr userDrawn="1"/>
          </p:nvSpPr>
          <p:spPr>
            <a:xfrm>
              <a:off x="4239977" y="4643999"/>
              <a:ext cx="1009433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close</a:t>
              </a:r>
            </a:p>
          </p:txBody>
        </p:sp>
        <p:sp>
          <p:nvSpPr>
            <p:cNvPr id="48" name="forward link">
              <a:hlinkClick r:id="" action="ppaction://hlinkshowjump?jump=firstslide"/>
              <a:extLst>
                <a:ext uri="{FF2B5EF4-FFF2-40B4-BE49-F238E27FC236}">
                  <a16:creationId xmlns:a16="http://schemas.microsoft.com/office/drawing/2014/main" id="{690B6C0B-7CE7-FCC3-8AB2-D1441000D5C2}"/>
                </a:ext>
              </a:extLst>
            </p:cNvPr>
            <p:cNvSpPr/>
            <p:nvPr userDrawn="1"/>
          </p:nvSpPr>
          <p:spPr>
            <a:xfrm>
              <a:off x="7636447" y="4644001"/>
              <a:ext cx="1076142" cy="396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80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388656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gradFill>
          <a:gsLst>
            <a:gs pos="0">
              <a:schemeClr val="tx1"/>
            </a:gs>
            <a:gs pos="100000">
              <a:schemeClr val="accent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23865" y="1485167"/>
            <a:ext cx="8280000" cy="210126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sz="4400" noProof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 noProof="0" dirty="0"/>
              <a:t>Chapter</a:t>
            </a:r>
          </a:p>
        </p:txBody>
      </p:sp>
      <p:sp>
        <p:nvSpPr>
          <p:cNvPr id="5" name="Rechteck 373"/>
          <p:cNvSpPr>
            <a:spLocks noChangeAspect="1"/>
          </p:cNvSpPr>
          <p:nvPr userDrawn="1"/>
        </p:nvSpPr>
        <p:spPr>
          <a:xfrm flipH="1">
            <a:off x="5652876" y="506776"/>
            <a:ext cx="3059585" cy="3079652"/>
          </a:xfrm>
          <a:custGeom>
            <a:avLst/>
            <a:gdLst/>
            <a:ahLst/>
            <a:cxnLst/>
            <a:rect l="l" t="t" r="r" b="b"/>
            <a:pathLst>
              <a:path w="3059585" h="3060642">
                <a:moveTo>
                  <a:pt x="972000" y="2088642"/>
                </a:moveTo>
                <a:lnTo>
                  <a:pt x="0" y="2088642"/>
                </a:lnTo>
                <a:lnTo>
                  <a:pt x="0" y="3060642"/>
                </a:lnTo>
                <a:lnTo>
                  <a:pt x="972000" y="3060642"/>
                </a:lnTo>
                <a:close/>
                <a:moveTo>
                  <a:pt x="972000" y="1044526"/>
                </a:moveTo>
                <a:lnTo>
                  <a:pt x="0" y="1044526"/>
                </a:lnTo>
                <a:lnTo>
                  <a:pt x="0" y="2016526"/>
                </a:lnTo>
                <a:lnTo>
                  <a:pt x="972000" y="2016526"/>
                </a:lnTo>
                <a:close/>
                <a:moveTo>
                  <a:pt x="2015793" y="1044526"/>
                </a:moveTo>
                <a:lnTo>
                  <a:pt x="1043793" y="1044526"/>
                </a:lnTo>
                <a:lnTo>
                  <a:pt x="1043793" y="2016526"/>
                </a:lnTo>
                <a:lnTo>
                  <a:pt x="2015793" y="2016526"/>
                </a:lnTo>
                <a:close/>
                <a:moveTo>
                  <a:pt x="3059585" y="583"/>
                </a:moveTo>
                <a:lnTo>
                  <a:pt x="2087585" y="583"/>
                </a:lnTo>
                <a:lnTo>
                  <a:pt x="2087585" y="972583"/>
                </a:lnTo>
                <a:lnTo>
                  <a:pt x="3059585" y="972583"/>
                </a:lnTo>
                <a:close/>
                <a:moveTo>
                  <a:pt x="972000" y="0"/>
                </a:moveTo>
                <a:lnTo>
                  <a:pt x="0" y="0"/>
                </a:lnTo>
                <a:lnTo>
                  <a:pt x="0" y="972000"/>
                </a:lnTo>
                <a:lnTo>
                  <a:pt x="972000" y="972000"/>
                </a:lnTo>
                <a:close/>
                <a:moveTo>
                  <a:pt x="2015793" y="0"/>
                </a:moveTo>
                <a:lnTo>
                  <a:pt x="1043793" y="0"/>
                </a:lnTo>
                <a:lnTo>
                  <a:pt x="1043793" y="972000"/>
                </a:lnTo>
                <a:lnTo>
                  <a:pt x="2015793" y="97200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bIns="72000" rtlCol="0" anchor="b"/>
          <a:lstStyle/>
          <a:p>
            <a:pPr defTabSz="45718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800" noProof="0" dirty="0">
              <a:solidFill>
                <a:srgbClr val="004182"/>
              </a:solidFill>
            </a:endParaRPr>
          </a:p>
        </p:txBody>
      </p:sp>
      <p:sp>
        <p:nvSpPr>
          <p:cNvPr id="6" name="Freihandform: Form 49">
            <a:extLst>
              <a:ext uri="{FF2B5EF4-FFF2-40B4-BE49-F238E27FC236}">
                <a16:creationId xmlns:a16="http://schemas.microsoft.com/office/drawing/2014/main" id="{D2F6692B-6E9B-4C6D-ACEC-1A70DCD4CA65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02248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gradFill>
          <a:gsLst>
            <a:gs pos="0">
              <a:schemeClr val="tx1"/>
            </a:gs>
            <a:gs pos="100000">
              <a:schemeClr val="accent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73"/>
          <p:cNvSpPr>
            <a:spLocks noChangeAspect="1"/>
          </p:cNvSpPr>
          <p:nvPr userDrawn="1"/>
        </p:nvSpPr>
        <p:spPr>
          <a:xfrm flipH="1">
            <a:off x="5652876" y="506776"/>
            <a:ext cx="3059585" cy="3079652"/>
          </a:xfrm>
          <a:custGeom>
            <a:avLst/>
            <a:gdLst/>
            <a:ahLst/>
            <a:cxnLst/>
            <a:rect l="l" t="t" r="r" b="b"/>
            <a:pathLst>
              <a:path w="3059585" h="3060642">
                <a:moveTo>
                  <a:pt x="972000" y="2088642"/>
                </a:moveTo>
                <a:lnTo>
                  <a:pt x="0" y="2088642"/>
                </a:lnTo>
                <a:lnTo>
                  <a:pt x="0" y="3060642"/>
                </a:lnTo>
                <a:lnTo>
                  <a:pt x="972000" y="3060642"/>
                </a:lnTo>
                <a:close/>
                <a:moveTo>
                  <a:pt x="972000" y="1044526"/>
                </a:moveTo>
                <a:lnTo>
                  <a:pt x="0" y="1044526"/>
                </a:lnTo>
                <a:lnTo>
                  <a:pt x="0" y="2016526"/>
                </a:lnTo>
                <a:lnTo>
                  <a:pt x="972000" y="2016526"/>
                </a:lnTo>
                <a:close/>
                <a:moveTo>
                  <a:pt x="2015793" y="1044526"/>
                </a:moveTo>
                <a:lnTo>
                  <a:pt x="1043793" y="1044526"/>
                </a:lnTo>
                <a:lnTo>
                  <a:pt x="1043793" y="2016526"/>
                </a:lnTo>
                <a:lnTo>
                  <a:pt x="2015793" y="2016526"/>
                </a:lnTo>
                <a:close/>
                <a:moveTo>
                  <a:pt x="3059585" y="583"/>
                </a:moveTo>
                <a:lnTo>
                  <a:pt x="2087585" y="583"/>
                </a:lnTo>
                <a:lnTo>
                  <a:pt x="2087585" y="972583"/>
                </a:lnTo>
                <a:lnTo>
                  <a:pt x="3059585" y="972583"/>
                </a:lnTo>
                <a:close/>
                <a:moveTo>
                  <a:pt x="972000" y="0"/>
                </a:moveTo>
                <a:lnTo>
                  <a:pt x="0" y="0"/>
                </a:lnTo>
                <a:lnTo>
                  <a:pt x="0" y="972000"/>
                </a:lnTo>
                <a:lnTo>
                  <a:pt x="972000" y="972000"/>
                </a:lnTo>
                <a:close/>
                <a:moveTo>
                  <a:pt x="2015793" y="0"/>
                </a:moveTo>
                <a:lnTo>
                  <a:pt x="1043793" y="0"/>
                </a:lnTo>
                <a:lnTo>
                  <a:pt x="1043793" y="972000"/>
                </a:lnTo>
                <a:lnTo>
                  <a:pt x="2015793" y="97200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bIns="72000" rtlCol="0" anchor="b"/>
          <a:lstStyle/>
          <a:p>
            <a:pPr defTabSz="45718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800" noProof="0" dirty="0">
              <a:solidFill>
                <a:srgbClr val="00418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32000" y="271679"/>
            <a:ext cx="5004096" cy="2897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6" name="Freihandform: Form 49">
            <a:extLst>
              <a:ext uri="{FF2B5EF4-FFF2-40B4-BE49-F238E27FC236}">
                <a16:creationId xmlns:a16="http://schemas.microsoft.com/office/drawing/2014/main" id="{739C0F18-3475-42EB-9A76-1384A1AA13F2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02495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">
    <p:bg>
      <p:bgPr>
        <a:gradFill>
          <a:gsLst>
            <a:gs pos="0">
              <a:schemeClr val="tx1"/>
            </a:gs>
            <a:gs pos="100000">
              <a:schemeClr val="accent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49">
            <a:extLst>
              <a:ext uri="{FF2B5EF4-FFF2-40B4-BE49-F238E27FC236}">
                <a16:creationId xmlns:a16="http://schemas.microsoft.com/office/drawing/2014/main" id="{0FD055AE-CBFE-44A9-9D0B-B745FDDB5681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571563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uidelines">
    <p:bg>
      <p:bgPr>
        <a:gradFill>
          <a:gsLst>
            <a:gs pos="0">
              <a:schemeClr val="tx1"/>
            </a:gs>
            <a:gs pos="100000">
              <a:schemeClr val="accent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/ key message of the slide</a:t>
            </a:r>
          </a:p>
        </p:txBody>
      </p:sp>
      <p:sp>
        <p:nvSpPr>
          <p:cNvPr id="3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359532" y="869462"/>
            <a:ext cx="2520000" cy="3767675"/>
          </a:xfrm>
          <a:prstGeom prst="rect">
            <a:avLst/>
          </a:prstGeom>
          <a:solidFill>
            <a:schemeClr val="bg1">
              <a:alpha val="22000"/>
            </a:schemeClr>
          </a:solidFill>
          <a:ln>
            <a:noFill/>
          </a:ln>
        </p:spPr>
        <p:txBody>
          <a:bodyPr wrap="square" lIns="72000" tIns="72000" rIns="72000" bIns="72000">
            <a:noAutofit/>
          </a:bodyPr>
          <a:lstStyle>
            <a:lvl1pPr marL="0" indent="0">
              <a:buNone/>
              <a:defRPr lang="de-DE" sz="1100" b="0" smtClean="0">
                <a:solidFill>
                  <a:schemeClr val="bg1"/>
                </a:solidFill>
                <a:latin typeface="+mn-lt"/>
                <a:ea typeface="ヒラギノ角ゴ Pro W3"/>
                <a:cs typeface="ヒラギノ角ゴ Pro W3"/>
              </a:defRPr>
            </a:lvl1pPr>
            <a:lvl2pPr marL="228600" indent="0">
              <a:buNone/>
              <a:defRPr lang="de-DE" smtClean="0">
                <a:solidFill>
                  <a:schemeClr val="tx1"/>
                </a:solidFill>
                <a:latin typeface="Arial" charset="0"/>
                <a:ea typeface="ヒラギノ角ゴ Pro W3"/>
              </a:defRPr>
            </a:lvl2pPr>
            <a:lvl3pPr marL="688975" indent="0">
              <a:buNone/>
              <a:defRPr lang="de-DE" smtClean="0">
                <a:solidFill>
                  <a:schemeClr val="tx1"/>
                </a:solidFill>
                <a:latin typeface="Arial" charset="0"/>
                <a:ea typeface="ヒラギノ角ゴ Pro W3"/>
              </a:defRPr>
            </a:lvl3pPr>
            <a:lvl4pPr marL="1143000" indent="0">
              <a:buNone/>
              <a:defRPr lang="de-DE" smtClean="0">
                <a:solidFill>
                  <a:schemeClr val="tx1"/>
                </a:solidFill>
                <a:latin typeface="Arial" charset="0"/>
                <a:ea typeface="ヒラギノ角ゴ Pro W3"/>
              </a:defRPr>
            </a:lvl4pPr>
            <a:lvl5pPr marL="1598612" indent="0">
              <a:buNone/>
              <a:defRPr lang="en-US">
                <a:solidFill>
                  <a:schemeClr val="tx1"/>
                </a:solidFill>
                <a:latin typeface="Arial" charset="0"/>
                <a:ea typeface="ヒラギノ角ゴ Pro W3"/>
              </a:defRPr>
            </a:lvl5pPr>
          </a:lstStyle>
          <a:p>
            <a:pPr lvl="0">
              <a:lnSpc>
                <a:spcPct val="90000"/>
              </a:lnSpc>
            </a:pPr>
            <a:r>
              <a:rPr lang="en-US" noProof="0"/>
              <a:t>Click to edit Master text styles</a:t>
            </a:r>
          </a:p>
        </p:txBody>
      </p:sp>
      <p:sp>
        <p:nvSpPr>
          <p:cNvPr id="4" name="Freihandform: Form 49">
            <a:extLst>
              <a:ext uri="{FF2B5EF4-FFF2-40B4-BE49-F238E27FC236}">
                <a16:creationId xmlns:a16="http://schemas.microsoft.com/office/drawing/2014/main" id="{12A47396-4BB9-47AE-A318-09EFCEFE68F0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5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510737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bg>
      <p:bgPr>
        <a:gradFill>
          <a:gsLst>
            <a:gs pos="0">
              <a:schemeClr val="tx1"/>
            </a:gs>
            <a:gs pos="100000">
              <a:schemeClr val="accent3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239130-7304-4787-B35E-00AF66BC88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92500" y="1599642"/>
            <a:ext cx="5327650" cy="3059671"/>
          </a:xfrm>
          <a:prstGeom prst="rect">
            <a:avLst/>
          </a:prstGeom>
        </p:spPr>
        <p:txBody>
          <a:bodyPr/>
          <a:lstStyle>
            <a:lvl1pPr marL="342900" indent="-342900">
              <a:spcAft>
                <a:spcPts val="1800"/>
              </a:spcAft>
              <a:buClrTx/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3088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1688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7113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2557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Agenda points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62DF6A1-4223-4796-B9E4-53A573636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918009"/>
            <a:ext cx="2267792" cy="681633"/>
          </a:xfrm>
          <a:noFill/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4" name="Freihandform: Form 49">
            <a:extLst>
              <a:ext uri="{FF2B5EF4-FFF2-40B4-BE49-F238E27FC236}">
                <a16:creationId xmlns:a16="http://schemas.microsoft.com/office/drawing/2014/main" id="{C2CC8EB1-FC6E-4149-9931-7EE25C2F4C4F}"/>
              </a:ext>
            </a:extLst>
          </p:cNvPr>
          <p:cNvSpPr>
            <a:spLocks noChangeAspect="1"/>
          </p:cNvSpPr>
          <p:nvPr userDrawn="1"/>
        </p:nvSpPr>
        <p:spPr>
          <a:xfrm>
            <a:off x="7655145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817237"/>
      </p:ext>
    </p:extLst>
  </p:cSld>
  <p:clrMapOvr>
    <a:masterClrMapping/>
  </p:clrMapOvr>
  <p:transition spd="slow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2000" y="271678"/>
            <a:ext cx="828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Title / key message of the slide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2000" y="756000"/>
            <a:ext cx="8280000" cy="38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Text</a:t>
            </a:r>
          </a:p>
          <a:p>
            <a:pPr lvl="1"/>
            <a:r>
              <a:rPr lang="en-GB" noProof="0" dirty="0"/>
              <a:t>Text</a:t>
            </a:r>
          </a:p>
          <a:p>
            <a:pPr lvl="2"/>
            <a:r>
              <a:rPr lang="en-GB" noProof="0" dirty="0"/>
              <a:t>Text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Text</a:t>
            </a:r>
          </a:p>
        </p:txBody>
      </p:sp>
      <p:sp>
        <p:nvSpPr>
          <p:cNvPr id="6" name="Pfeil nach oben 5"/>
          <p:cNvSpPr/>
          <p:nvPr/>
        </p:nvSpPr>
        <p:spPr>
          <a:xfrm>
            <a:off x="-144523" y="941509"/>
            <a:ext cx="45719" cy="72447"/>
          </a:xfrm>
          <a:prstGeom prst="up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>
              <a:lnSpc>
                <a:spcPct val="90000"/>
              </a:lnSpc>
              <a:spcAft>
                <a:spcPts val="600"/>
              </a:spcAft>
            </a:pPr>
            <a:endParaRPr lang="en-GB" sz="1600" noProof="0" dirty="0">
              <a:solidFill>
                <a:srgbClr val="FFFFFF"/>
              </a:solidFill>
            </a:endParaRPr>
          </a:p>
        </p:txBody>
      </p:sp>
      <p:sp>
        <p:nvSpPr>
          <p:cNvPr id="66" name="Pfeil nach oben 65"/>
          <p:cNvSpPr/>
          <p:nvPr/>
        </p:nvSpPr>
        <p:spPr>
          <a:xfrm>
            <a:off x="-190242" y="760371"/>
            <a:ext cx="45719" cy="253565"/>
          </a:xfrm>
          <a:prstGeom prst="up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defTabSz="457189">
              <a:lnSpc>
                <a:spcPct val="90000"/>
              </a:lnSpc>
              <a:spcAft>
                <a:spcPts val="600"/>
              </a:spcAft>
            </a:pPr>
            <a:endParaRPr lang="en-GB" sz="1600" noProof="0" dirty="0">
              <a:solidFill>
                <a:srgbClr val="FFFFFF"/>
              </a:solidFill>
            </a:endParaRPr>
          </a:p>
        </p:txBody>
      </p:sp>
      <p:grpSp>
        <p:nvGrpSpPr>
          <p:cNvPr id="47" name="Gruppieren 46"/>
          <p:cNvGrpSpPr/>
          <p:nvPr userDrawn="1"/>
        </p:nvGrpSpPr>
        <p:grpSpPr>
          <a:xfrm>
            <a:off x="-607990" y="-147638"/>
            <a:ext cx="9905540" cy="5427555"/>
            <a:chOff x="-607990" y="-146727"/>
            <a:chExt cx="9905540" cy="5394052"/>
          </a:xfrm>
        </p:grpSpPr>
        <p:sp>
          <p:nvSpPr>
            <p:cNvPr id="85" name="Textfeld 84"/>
            <p:cNvSpPr txBox="1"/>
            <p:nvPr userDrawn="1"/>
          </p:nvSpPr>
          <p:spPr>
            <a:xfrm>
              <a:off x="-255445" y="4878934"/>
              <a:ext cx="255445" cy="107333"/>
            </a:xfrm>
            <a:prstGeom prst="rect">
              <a:avLst/>
            </a:prstGeom>
            <a:noFill/>
            <a:ln w="1270">
              <a:noFill/>
            </a:ln>
          </p:spPr>
          <p:txBody>
            <a:bodyPr wrap="none" lIns="36000" tIns="0" rIns="36000" bIns="0" rtlCol="0" anchor="ctr">
              <a:noAutofit/>
            </a:bodyPr>
            <a:lstStyle/>
            <a:p>
              <a:pPr algn="r" defTabSz="457189" fontAlgn="base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GB" sz="400" noProof="0" dirty="0">
                  <a:solidFill>
                    <a:srgbClr val="9FA0A3"/>
                  </a:solidFill>
                </a:rPr>
                <a:t>Footer</a:t>
              </a:r>
              <a:endParaRPr lang="en-GB" sz="5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53" name="Rechteck 52"/>
            <p:cNvSpPr>
              <a:spLocks/>
            </p:cNvSpPr>
            <p:nvPr userDrawn="1"/>
          </p:nvSpPr>
          <p:spPr>
            <a:xfrm>
              <a:off x="-82232" y="4630551"/>
              <a:ext cx="45719" cy="174461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chemeClr val="bg2">
                  <a:lumMod val="25000"/>
                  <a:lumOff val="75000"/>
                </a:schemeClr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/>
            <a:lstStyle/>
            <a:p>
              <a:pPr algn="ctr" defTabSz="457189"/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55" name="Line 9"/>
            <p:cNvSpPr>
              <a:spLocks noChangeShapeType="1"/>
            </p:cNvSpPr>
            <p:nvPr/>
          </p:nvSpPr>
          <p:spPr bwMode="auto">
            <a:xfrm flipV="1">
              <a:off x="-144512" y="500889"/>
              <a:ext cx="10800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56" name="Line 14"/>
            <p:cNvSpPr>
              <a:spLocks noChangeShapeType="1"/>
            </p:cNvSpPr>
            <p:nvPr/>
          </p:nvSpPr>
          <p:spPr bwMode="auto">
            <a:xfrm>
              <a:off x="-144512" y="322000"/>
              <a:ext cx="10800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57" name="Line 15"/>
            <p:cNvSpPr>
              <a:spLocks noChangeShapeType="1"/>
            </p:cNvSpPr>
            <p:nvPr/>
          </p:nvSpPr>
          <p:spPr bwMode="auto">
            <a:xfrm flipH="1">
              <a:off x="430808" y="-146727"/>
              <a:ext cx="0" cy="1073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58" name="Line 17"/>
            <p:cNvSpPr>
              <a:spLocks noChangeShapeType="1"/>
            </p:cNvSpPr>
            <p:nvPr/>
          </p:nvSpPr>
          <p:spPr bwMode="auto">
            <a:xfrm>
              <a:off x="8712460" y="-146727"/>
              <a:ext cx="0" cy="1073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63" name="Line 10"/>
            <p:cNvSpPr>
              <a:spLocks noChangeShapeType="1"/>
            </p:cNvSpPr>
            <p:nvPr userDrawn="1"/>
          </p:nvSpPr>
          <p:spPr bwMode="auto">
            <a:xfrm flipH="1">
              <a:off x="-144512" y="2734784"/>
              <a:ext cx="108000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67" name="Line 14"/>
            <p:cNvSpPr>
              <a:spLocks noChangeShapeType="1"/>
            </p:cNvSpPr>
            <p:nvPr userDrawn="1"/>
          </p:nvSpPr>
          <p:spPr bwMode="auto">
            <a:xfrm>
              <a:off x="-108512" y="596610"/>
              <a:ext cx="72000" cy="0"/>
            </a:xfrm>
            <a:prstGeom prst="line">
              <a:avLst/>
            </a:prstGeom>
            <a:no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68" name="Line 14"/>
            <p:cNvSpPr>
              <a:spLocks noChangeShapeType="1"/>
            </p:cNvSpPr>
            <p:nvPr userDrawn="1"/>
          </p:nvSpPr>
          <p:spPr bwMode="auto">
            <a:xfrm>
              <a:off x="-108512" y="755675"/>
              <a:ext cx="72000" cy="0"/>
            </a:xfrm>
            <a:prstGeom prst="line">
              <a:avLst/>
            </a:prstGeom>
            <a:noFill/>
            <a:ln w="3175">
              <a:solidFill>
                <a:schemeClr val="accent1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69" name="Textfeld 68"/>
            <p:cNvSpPr txBox="1"/>
            <p:nvPr userDrawn="1"/>
          </p:nvSpPr>
          <p:spPr>
            <a:xfrm>
              <a:off x="-351510" y="382941"/>
              <a:ext cx="324375" cy="68823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algn="r" defTabSz="457189" fontAlgn="base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GB" sz="500" noProof="0" dirty="0">
                  <a:solidFill>
                    <a:srgbClr val="9FA0A3"/>
                  </a:solidFill>
                </a:rPr>
                <a:t>Headline</a:t>
              </a:r>
            </a:p>
          </p:txBody>
        </p:sp>
        <p:sp>
          <p:nvSpPr>
            <p:cNvPr id="70" name="Textfeld 69"/>
            <p:cNvSpPr txBox="1"/>
            <p:nvPr userDrawn="1"/>
          </p:nvSpPr>
          <p:spPr>
            <a:xfrm>
              <a:off x="-340291" y="604198"/>
              <a:ext cx="313154" cy="137644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algn="r" defTabSz="457189" fontAlgn="base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GB" sz="500" noProof="0" dirty="0">
                  <a:solidFill>
                    <a:srgbClr val="9FA0A3"/>
                  </a:solidFill>
                </a:rPr>
                <a:t>Sub-</a:t>
              </a:r>
              <a:br>
                <a:rPr lang="en-GB" sz="500" noProof="0" dirty="0">
                  <a:solidFill>
                    <a:srgbClr val="9FA0A3"/>
                  </a:solidFill>
                </a:rPr>
              </a:br>
              <a:r>
                <a:rPr lang="en-GB" sz="500" noProof="0" dirty="0">
                  <a:solidFill>
                    <a:srgbClr val="9FA0A3"/>
                  </a:solidFill>
                </a:rPr>
                <a:t>headline</a:t>
              </a:r>
            </a:p>
          </p:txBody>
        </p:sp>
        <p:sp>
          <p:nvSpPr>
            <p:cNvPr id="71" name="Textfeld 70"/>
            <p:cNvSpPr txBox="1"/>
            <p:nvPr userDrawn="1"/>
          </p:nvSpPr>
          <p:spPr>
            <a:xfrm>
              <a:off x="-607990" y="1043707"/>
              <a:ext cx="580856" cy="68823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algn="r" defTabSz="457189" fontAlgn="base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GB" sz="500" noProof="0" dirty="0">
                  <a:solidFill>
                    <a:srgbClr val="9FA0A3"/>
                  </a:solidFill>
                </a:rPr>
                <a:t>Max. content area</a:t>
              </a:r>
            </a:p>
          </p:txBody>
        </p:sp>
        <p:cxnSp>
          <p:nvCxnSpPr>
            <p:cNvPr id="72" name="Gerade Verbindung 71"/>
            <p:cNvCxnSpPr/>
            <p:nvPr userDrawn="1"/>
          </p:nvCxnSpPr>
          <p:spPr>
            <a:xfrm>
              <a:off x="8712460" y="5152000"/>
              <a:ext cx="0" cy="95325"/>
            </a:xfrm>
            <a:prstGeom prst="line">
              <a:avLst/>
            </a:prstGeom>
            <a:ln w="6350" cmpd="sng">
              <a:solidFill>
                <a:schemeClr val="tx2"/>
              </a:solidFill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Line 13"/>
            <p:cNvSpPr>
              <a:spLocks noChangeShapeType="1"/>
            </p:cNvSpPr>
            <p:nvPr userDrawn="1"/>
          </p:nvSpPr>
          <p:spPr bwMode="auto">
            <a:xfrm flipH="1" flipV="1">
              <a:off x="9189550" y="4628744"/>
              <a:ext cx="108000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76" name="Line 13"/>
            <p:cNvSpPr>
              <a:spLocks noChangeShapeType="1"/>
            </p:cNvSpPr>
            <p:nvPr userDrawn="1"/>
          </p:nvSpPr>
          <p:spPr bwMode="auto">
            <a:xfrm flipH="1" flipV="1">
              <a:off x="9189550" y="755675"/>
              <a:ext cx="108000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0" name="Line 12"/>
            <p:cNvSpPr>
              <a:spLocks noChangeShapeType="1"/>
            </p:cNvSpPr>
            <p:nvPr/>
          </p:nvSpPr>
          <p:spPr bwMode="auto">
            <a:xfrm flipV="1">
              <a:off x="-144512" y="4805012"/>
              <a:ext cx="10800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4" name="Line 15"/>
            <p:cNvSpPr>
              <a:spLocks noChangeShapeType="1"/>
            </p:cNvSpPr>
            <p:nvPr userDrawn="1"/>
          </p:nvSpPr>
          <p:spPr bwMode="auto">
            <a:xfrm flipH="1">
              <a:off x="4572000" y="-146727"/>
              <a:ext cx="0" cy="1073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6" name="Line 14"/>
            <p:cNvSpPr>
              <a:spLocks noChangeShapeType="1"/>
            </p:cNvSpPr>
            <p:nvPr userDrawn="1"/>
          </p:nvSpPr>
          <p:spPr bwMode="auto">
            <a:xfrm>
              <a:off x="-144512" y="935695"/>
              <a:ext cx="10800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7" name="Line 12"/>
            <p:cNvSpPr>
              <a:spLocks noChangeShapeType="1"/>
            </p:cNvSpPr>
            <p:nvPr userDrawn="1"/>
          </p:nvSpPr>
          <p:spPr bwMode="auto">
            <a:xfrm flipV="1">
              <a:off x="-108512" y="4893132"/>
              <a:ext cx="7200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9" name="Line 14"/>
            <p:cNvSpPr>
              <a:spLocks noChangeShapeType="1"/>
            </p:cNvSpPr>
            <p:nvPr userDrawn="1"/>
          </p:nvSpPr>
          <p:spPr bwMode="auto">
            <a:xfrm>
              <a:off x="-396552" y="751333"/>
              <a:ext cx="36004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90" name="Line 13"/>
            <p:cNvSpPr>
              <a:spLocks noChangeShapeType="1"/>
            </p:cNvSpPr>
            <p:nvPr userDrawn="1"/>
          </p:nvSpPr>
          <p:spPr bwMode="auto">
            <a:xfrm flipH="1" flipV="1">
              <a:off x="9189550" y="928713"/>
              <a:ext cx="108000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104" name="Line 12">
              <a:extLst>
                <a:ext uri="{FF2B5EF4-FFF2-40B4-BE49-F238E27FC236}">
                  <a16:creationId xmlns:a16="http://schemas.microsoft.com/office/drawing/2014/main" id="{3D14FDF4-5E6D-4474-9E82-5CAA0C49A6A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-108512" y="4964971"/>
              <a:ext cx="72000" cy="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110" name="Line 14">
              <a:extLst>
                <a:ext uri="{FF2B5EF4-FFF2-40B4-BE49-F238E27FC236}">
                  <a16:creationId xmlns:a16="http://schemas.microsoft.com/office/drawing/2014/main" id="{4A7598EF-FE58-410B-88DD-A41CCCC4DE0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-396552" y="4628744"/>
              <a:ext cx="36004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sys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8" name="Line 15">
              <a:extLst>
                <a:ext uri="{FF2B5EF4-FFF2-40B4-BE49-F238E27FC236}">
                  <a16:creationId xmlns:a16="http://schemas.microsoft.com/office/drawing/2014/main" id="{5176C73E-2D41-4322-9397-DE6CB440F17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1941125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92" name="Line 15">
              <a:extLst>
                <a:ext uri="{FF2B5EF4-FFF2-40B4-BE49-F238E27FC236}">
                  <a16:creationId xmlns:a16="http://schemas.microsoft.com/office/drawing/2014/main" id="{B8BDC0D6-C8F4-48E0-920A-8AA059F750D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430808" y="5139992"/>
              <a:ext cx="0" cy="1073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2" name="Line 15">
              <a:extLst>
                <a:ext uri="{FF2B5EF4-FFF2-40B4-BE49-F238E27FC236}">
                  <a16:creationId xmlns:a16="http://schemas.microsoft.com/office/drawing/2014/main" id="{D4A1872F-BA7E-4E3F-9887-69F0D904A8F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3216555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83" name="Line 15">
              <a:extLst>
                <a:ext uri="{FF2B5EF4-FFF2-40B4-BE49-F238E27FC236}">
                  <a16:creationId xmlns:a16="http://schemas.microsoft.com/office/drawing/2014/main" id="{C2CE199C-D6A3-461E-BF31-2AC0E372F9A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2167708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93" name="Line 15">
              <a:extLst>
                <a:ext uri="{FF2B5EF4-FFF2-40B4-BE49-F238E27FC236}">
                  <a16:creationId xmlns:a16="http://schemas.microsoft.com/office/drawing/2014/main" id="{79C93E88-D12B-43EE-9662-966C140D576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3443138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96" name="Line 15">
              <a:extLst>
                <a:ext uri="{FF2B5EF4-FFF2-40B4-BE49-F238E27FC236}">
                  <a16:creationId xmlns:a16="http://schemas.microsoft.com/office/drawing/2014/main" id="{76B085C2-C1C4-43E7-8C68-DDC574E35F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5918436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102" name="Line 15">
              <a:extLst>
                <a:ext uri="{FF2B5EF4-FFF2-40B4-BE49-F238E27FC236}">
                  <a16:creationId xmlns:a16="http://schemas.microsoft.com/office/drawing/2014/main" id="{E24BBDBA-96A9-4FE7-B1AB-70AABA4A4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6145019" y="-124928"/>
              <a:ext cx="0" cy="715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103" name="Line 15">
              <a:extLst>
                <a:ext uri="{FF2B5EF4-FFF2-40B4-BE49-F238E27FC236}">
                  <a16:creationId xmlns:a16="http://schemas.microsoft.com/office/drawing/2014/main" id="{A8A93F83-0243-4C6A-94ED-7EA3009DDF8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143311" y="-143111"/>
              <a:ext cx="0" cy="1073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GB" sz="1800" noProof="0" dirty="0">
                <a:solidFill>
                  <a:srgbClr val="9FA0A3"/>
                </a:solidFill>
              </a:endParaRPr>
            </a:p>
          </p:txBody>
        </p:sp>
        <p:sp>
          <p:nvSpPr>
            <p:cNvPr id="98" name="Textfeld 84">
              <a:extLst>
                <a:ext uri="{FF2B5EF4-FFF2-40B4-BE49-F238E27FC236}">
                  <a16:creationId xmlns:a16="http://schemas.microsoft.com/office/drawing/2014/main" id="{6A56ECBE-DB5C-4BE5-950F-C59FD00740DA}"/>
                </a:ext>
              </a:extLst>
            </p:cNvPr>
            <p:cNvSpPr txBox="1"/>
            <p:nvPr userDrawn="1"/>
          </p:nvSpPr>
          <p:spPr>
            <a:xfrm>
              <a:off x="-317966" y="4661760"/>
              <a:ext cx="255445" cy="107333"/>
            </a:xfrm>
            <a:prstGeom prst="rect">
              <a:avLst/>
            </a:prstGeom>
            <a:noFill/>
            <a:ln w="1270">
              <a:noFill/>
            </a:ln>
          </p:spPr>
          <p:txBody>
            <a:bodyPr wrap="none" lIns="36000" tIns="0" rIns="36000" bIns="0" rtlCol="0" anchor="ctr">
              <a:noAutofit/>
            </a:bodyPr>
            <a:lstStyle/>
            <a:p>
              <a:pPr algn="r" defTabSz="457189" fontAlgn="base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GB" sz="400" noProof="0" dirty="0">
                  <a:solidFill>
                    <a:srgbClr val="9FA0A3"/>
                  </a:solidFill>
                </a:rPr>
                <a:t>Keep free</a:t>
              </a:r>
              <a:endParaRPr lang="en-GB" sz="500" noProof="0" dirty="0">
                <a:solidFill>
                  <a:srgbClr val="9FA0A3"/>
                </a:solidFill>
              </a:endParaRPr>
            </a:p>
          </p:txBody>
        </p:sp>
      </p:grp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EA09A8DC-3FE4-4054-803C-FE8C23043AA6}"/>
              </a:ext>
            </a:extLst>
          </p:cNvPr>
          <p:cNvSpPr>
            <a:spLocks noChangeAspect="1"/>
          </p:cNvSpPr>
          <p:nvPr/>
        </p:nvSpPr>
        <p:spPr>
          <a:xfrm>
            <a:off x="7655146" y="4833046"/>
            <a:ext cx="1057447" cy="184740"/>
          </a:xfrm>
          <a:custGeom>
            <a:avLst/>
            <a:gdLst>
              <a:gd name="connsiteX0" fmla="*/ 4196821 w 11362354"/>
              <a:gd name="connsiteY0" fmla="*/ 1846406 h 1972800"/>
              <a:gd name="connsiteX1" fmla="*/ 4515841 w 11362354"/>
              <a:gd name="connsiteY1" fmla="*/ 1846406 h 1972800"/>
              <a:gd name="connsiteX2" fmla="*/ 4302401 w 11362354"/>
              <a:gd name="connsiteY2" fmla="*/ 1972800 h 1972800"/>
              <a:gd name="connsiteX3" fmla="*/ 4276590 w 11362354"/>
              <a:gd name="connsiteY3" fmla="*/ 1972800 h 1972800"/>
              <a:gd name="connsiteX4" fmla="*/ 10408772 w 11362354"/>
              <a:gd name="connsiteY4" fmla="*/ 1547682 h 1972800"/>
              <a:gd name="connsiteX5" fmla="*/ 11236685 w 11362354"/>
              <a:gd name="connsiteY5" fmla="*/ 1547682 h 1972800"/>
              <a:gd name="connsiteX6" fmla="*/ 11013744 w 11362354"/>
              <a:gd name="connsiteY6" fmla="*/ 1726479 h 1972800"/>
              <a:gd name="connsiteX7" fmla="*/ 10702056 w 11362354"/>
              <a:gd name="connsiteY7" fmla="*/ 1776200 h 1972800"/>
              <a:gd name="connsiteX8" fmla="*/ 10408772 w 11362354"/>
              <a:gd name="connsiteY8" fmla="*/ 1703049 h 1972800"/>
              <a:gd name="connsiteX9" fmla="*/ 9781432 w 11362354"/>
              <a:gd name="connsiteY9" fmla="*/ 1544408 h 1972800"/>
              <a:gd name="connsiteX10" fmla="*/ 10286039 w 11362354"/>
              <a:gd name="connsiteY10" fmla="*/ 1544408 h 1972800"/>
              <a:gd name="connsiteX11" fmla="*/ 10286039 w 11362354"/>
              <a:gd name="connsiteY11" fmla="*/ 1763438 h 1972800"/>
              <a:gd name="connsiteX12" fmla="*/ 9781432 w 11362354"/>
              <a:gd name="connsiteY12" fmla="*/ 1763438 h 1972800"/>
              <a:gd name="connsiteX13" fmla="*/ 8877431 w 11362354"/>
              <a:gd name="connsiteY13" fmla="*/ 1544408 h 1972800"/>
              <a:gd name="connsiteX14" fmla="*/ 9382033 w 11362354"/>
              <a:gd name="connsiteY14" fmla="*/ 1544408 h 1972800"/>
              <a:gd name="connsiteX15" fmla="*/ 9382033 w 11362354"/>
              <a:gd name="connsiteY15" fmla="*/ 1763438 h 1972800"/>
              <a:gd name="connsiteX16" fmla="*/ 8877431 w 11362354"/>
              <a:gd name="connsiteY16" fmla="*/ 1763438 h 1972800"/>
              <a:gd name="connsiteX17" fmla="*/ 7955283 w 11362354"/>
              <a:gd name="connsiteY17" fmla="*/ 1544408 h 1972800"/>
              <a:gd name="connsiteX18" fmla="*/ 8501703 w 11362354"/>
              <a:gd name="connsiteY18" fmla="*/ 1544408 h 1972800"/>
              <a:gd name="connsiteX19" fmla="*/ 8501703 w 11362354"/>
              <a:gd name="connsiteY19" fmla="*/ 1763438 h 1972800"/>
              <a:gd name="connsiteX20" fmla="*/ 8046371 w 11362354"/>
              <a:gd name="connsiteY20" fmla="*/ 1763438 h 1972800"/>
              <a:gd name="connsiteX21" fmla="*/ 7193139 w 11362354"/>
              <a:gd name="connsiteY21" fmla="*/ 1544408 h 1972800"/>
              <a:gd name="connsiteX22" fmla="*/ 7648159 w 11362354"/>
              <a:gd name="connsiteY22" fmla="*/ 1544408 h 1972800"/>
              <a:gd name="connsiteX23" fmla="*/ 7648159 w 11362354"/>
              <a:gd name="connsiteY23" fmla="*/ 1763438 h 1972800"/>
              <a:gd name="connsiteX24" fmla="*/ 7193139 w 11362354"/>
              <a:gd name="connsiteY24" fmla="*/ 1763438 h 1972800"/>
              <a:gd name="connsiteX25" fmla="*/ 6188669 w 11362354"/>
              <a:gd name="connsiteY25" fmla="*/ 1544408 h 1972800"/>
              <a:gd name="connsiteX26" fmla="*/ 7080275 w 11362354"/>
              <a:gd name="connsiteY26" fmla="*/ 1544408 h 1972800"/>
              <a:gd name="connsiteX27" fmla="*/ 7080275 w 11362354"/>
              <a:gd name="connsiteY27" fmla="*/ 1763438 h 1972800"/>
              <a:gd name="connsiteX28" fmla="*/ 6188669 w 11362354"/>
              <a:gd name="connsiteY28" fmla="*/ 1763438 h 1972800"/>
              <a:gd name="connsiteX29" fmla="*/ 4886266 w 11362354"/>
              <a:gd name="connsiteY29" fmla="*/ 1544408 h 1972800"/>
              <a:gd name="connsiteX30" fmla="*/ 5979839 w 11362354"/>
              <a:gd name="connsiteY30" fmla="*/ 1544408 h 1972800"/>
              <a:gd name="connsiteX31" fmla="*/ 5557257 w 11362354"/>
              <a:gd name="connsiteY31" fmla="*/ 1763438 h 1972800"/>
              <a:gd name="connsiteX32" fmla="*/ 5308843 w 11362354"/>
              <a:gd name="connsiteY32" fmla="*/ 1763438 h 1972800"/>
              <a:gd name="connsiteX33" fmla="*/ 4886266 w 11362354"/>
              <a:gd name="connsiteY33" fmla="*/ 1544408 h 1972800"/>
              <a:gd name="connsiteX34" fmla="*/ 2285298 w 11362354"/>
              <a:gd name="connsiteY34" fmla="*/ 1544408 h 1972800"/>
              <a:gd name="connsiteX35" fmla="*/ 3183254 w 11362354"/>
              <a:gd name="connsiteY35" fmla="*/ 1544408 h 1972800"/>
              <a:gd name="connsiteX36" fmla="*/ 3183254 w 11362354"/>
              <a:gd name="connsiteY36" fmla="*/ 1763438 h 1972800"/>
              <a:gd name="connsiteX37" fmla="*/ 2285298 w 11362354"/>
              <a:gd name="connsiteY37" fmla="*/ 1763438 h 1972800"/>
              <a:gd name="connsiteX38" fmla="*/ 1699767 w 11362354"/>
              <a:gd name="connsiteY38" fmla="*/ 1544408 h 1972800"/>
              <a:gd name="connsiteX39" fmla="*/ 2161050 w 11362354"/>
              <a:gd name="connsiteY39" fmla="*/ 1544408 h 1972800"/>
              <a:gd name="connsiteX40" fmla="*/ 2265828 w 11362354"/>
              <a:gd name="connsiteY40" fmla="*/ 1763438 h 1972800"/>
              <a:gd name="connsiteX41" fmla="*/ 1796468 w 11362354"/>
              <a:gd name="connsiteY41" fmla="*/ 1763438 h 1972800"/>
              <a:gd name="connsiteX42" fmla="*/ 985097 w 11362354"/>
              <a:gd name="connsiteY42" fmla="*/ 1544408 h 1972800"/>
              <a:gd name="connsiteX43" fmla="*/ 1468672 w 11362354"/>
              <a:gd name="connsiteY43" fmla="*/ 1544408 h 1972800"/>
              <a:gd name="connsiteX44" fmla="*/ 1468672 w 11362354"/>
              <a:gd name="connsiteY44" fmla="*/ 1763438 h 1972800"/>
              <a:gd name="connsiteX45" fmla="*/ 985097 w 11362354"/>
              <a:gd name="connsiteY45" fmla="*/ 1763438 h 1972800"/>
              <a:gd name="connsiteX46" fmla="*/ 0 w 11362354"/>
              <a:gd name="connsiteY46" fmla="*/ 1544408 h 1972800"/>
              <a:gd name="connsiteX47" fmla="*/ 506025 w 11362354"/>
              <a:gd name="connsiteY47" fmla="*/ 1544408 h 1972800"/>
              <a:gd name="connsiteX48" fmla="*/ 506025 w 11362354"/>
              <a:gd name="connsiteY48" fmla="*/ 1763438 h 1972800"/>
              <a:gd name="connsiteX49" fmla="*/ 498505 w 11362354"/>
              <a:gd name="connsiteY49" fmla="*/ 1763438 h 1972800"/>
              <a:gd name="connsiteX50" fmla="*/ 7520 w 11362354"/>
              <a:gd name="connsiteY50" fmla="*/ 1763438 h 1972800"/>
              <a:gd name="connsiteX51" fmla="*/ 0 w 11362354"/>
              <a:gd name="connsiteY51" fmla="*/ 1763438 h 1972800"/>
              <a:gd name="connsiteX52" fmla="*/ 3478763 w 11362354"/>
              <a:gd name="connsiteY52" fmla="*/ 1544407 h 1972800"/>
              <a:gd name="connsiteX53" fmla="*/ 4486152 w 11362354"/>
              <a:gd name="connsiteY53" fmla="*/ 1544407 h 1972800"/>
              <a:gd name="connsiteX54" fmla="*/ 4479313 w 11362354"/>
              <a:gd name="connsiteY54" fmla="*/ 1555187 h 1972800"/>
              <a:gd name="connsiteX55" fmla="*/ 4654042 w 11362354"/>
              <a:gd name="connsiteY55" fmla="*/ 1763437 h 1972800"/>
              <a:gd name="connsiteX56" fmla="*/ 3697470 w 11362354"/>
              <a:gd name="connsiteY56" fmla="*/ 1763437 h 1972800"/>
              <a:gd name="connsiteX57" fmla="*/ 3478763 w 11362354"/>
              <a:gd name="connsiteY57" fmla="*/ 1544407 h 1972800"/>
              <a:gd name="connsiteX58" fmla="*/ 10408772 w 11362354"/>
              <a:gd name="connsiteY58" fmla="*/ 1290902 h 1972800"/>
              <a:gd name="connsiteX59" fmla="*/ 10568570 w 11362354"/>
              <a:gd name="connsiteY59" fmla="*/ 1290902 h 1972800"/>
              <a:gd name="connsiteX60" fmla="*/ 10590729 w 11362354"/>
              <a:gd name="connsiteY60" fmla="*/ 1313870 h 1972800"/>
              <a:gd name="connsiteX61" fmla="*/ 10721250 w 11362354"/>
              <a:gd name="connsiteY61" fmla="*/ 1365562 h 1972800"/>
              <a:gd name="connsiteX62" fmla="*/ 10855315 w 11362354"/>
              <a:gd name="connsiteY62" fmla="*/ 1290902 h 1972800"/>
              <a:gd name="connsiteX63" fmla="*/ 11214890 w 11362354"/>
              <a:gd name="connsiteY63" fmla="*/ 1290902 h 1972800"/>
              <a:gd name="connsiteX64" fmla="*/ 11346112 w 11362354"/>
              <a:gd name="connsiteY64" fmla="*/ 1290902 h 1972800"/>
              <a:gd name="connsiteX65" fmla="*/ 11280882 w 11362354"/>
              <a:gd name="connsiteY65" fmla="*/ 1465414 h 1972800"/>
              <a:gd name="connsiteX66" fmla="*/ 11214890 w 11362354"/>
              <a:gd name="connsiteY66" fmla="*/ 1465414 h 1972800"/>
              <a:gd name="connsiteX67" fmla="*/ 10408772 w 11362354"/>
              <a:gd name="connsiteY67" fmla="*/ 1465414 h 1972800"/>
              <a:gd name="connsiteX68" fmla="*/ 3354588 w 11362354"/>
              <a:gd name="connsiteY68" fmla="*/ 1288169 h 1972800"/>
              <a:gd name="connsiteX69" fmla="*/ 3891084 w 11362354"/>
              <a:gd name="connsiteY69" fmla="*/ 1288169 h 1972800"/>
              <a:gd name="connsiteX70" fmla="*/ 3982693 w 11362354"/>
              <a:gd name="connsiteY70" fmla="*/ 1333215 h 1972800"/>
              <a:gd name="connsiteX71" fmla="*/ 4074304 w 11362354"/>
              <a:gd name="connsiteY71" fmla="*/ 1288169 h 1972800"/>
              <a:gd name="connsiteX72" fmla="*/ 4610046 w 11362354"/>
              <a:gd name="connsiteY72" fmla="*/ 1288169 h 1972800"/>
              <a:gd name="connsiteX73" fmla="*/ 4535426 w 11362354"/>
              <a:gd name="connsiteY73" fmla="*/ 1462313 h 1972800"/>
              <a:gd name="connsiteX74" fmla="*/ 3429061 w 11362354"/>
              <a:gd name="connsiteY74" fmla="*/ 1462313 h 1972800"/>
              <a:gd name="connsiteX75" fmla="*/ 3354588 w 11362354"/>
              <a:gd name="connsiteY75" fmla="*/ 1288169 h 1972800"/>
              <a:gd name="connsiteX76" fmla="*/ 9781432 w 11362354"/>
              <a:gd name="connsiteY76" fmla="*/ 1288165 h 1972800"/>
              <a:gd name="connsiteX77" fmla="*/ 10286039 w 11362354"/>
              <a:gd name="connsiteY77" fmla="*/ 1288165 h 1972800"/>
              <a:gd name="connsiteX78" fmla="*/ 10286039 w 11362354"/>
              <a:gd name="connsiteY78" fmla="*/ 1462314 h 1972800"/>
              <a:gd name="connsiteX79" fmla="*/ 9781432 w 11362354"/>
              <a:gd name="connsiteY79" fmla="*/ 1462314 h 1972800"/>
              <a:gd name="connsiteX80" fmla="*/ 8877431 w 11362354"/>
              <a:gd name="connsiteY80" fmla="*/ 1288165 h 1972800"/>
              <a:gd name="connsiteX81" fmla="*/ 9382033 w 11362354"/>
              <a:gd name="connsiteY81" fmla="*/ 1288165 h 1972800"/>
              <a:gd name="connsiteX82" fmla="*/ 9382033 w 11362354"/>
              <a:gd name="connsiteY82" fmla="*/ 1462314 h 1972800"/>
              <a:gd name="connsiteX83" fmla="*/ 8877431 w 11362354"/>
              <a:gd name="connsiteY83" fmla="*/ 1462314 h 1972800"/>
              <a:gd name="connsiteX84" fmla="*/ 7848731 w 11362354"/>
              <a:gd name="connsiteY84" fmla="*/ 1288165 h 1972800"/>
              <a:gd name="connsiteX85" fmla="*/ 8501703 w 11362354"/>
              <a:gd name="connsiteY85" fmla="*/ 1288165 h 1972800"/>
              <a:gd name="connsiteX86" fmla="*/ 8501703 w 11362354"/>
              <a:gd name="connsiteY86" fmla="*/ 1462314 h 1972800"/>
              <a:gd name="connsiteX87" fmla="*/ 7921150 w 11362354"/>
              <a:gd name="connsiteY87" fmla="*/ 1462314 h 1972800"/>
              <a:gd name="connsiteX88" fmla="*/ 7193139 w 11362354"/>
              <a:gd name="connsiteY88" fmla="*/ 1288165 h 1972800"/>
              <a:gd name="connsiteX89" fmla="*/ 7648159 w 11362354"/>
              <a:gd name="connsiteY89" fmla="*/ 1288165 h 1972800"/>
              <a:gd name="connsiteX90" fmla="*/ 7648159 w 11362354"/>
              <a:gd name="connsiteY90" fmla="*/ 1462314 h 1972800"/>
              <a:gd name="connsiteX91" fmla="*/ 7193139 w 11362354"/>
              <a:gd name="connsiteY91" fmla="*/ 1462314 h 1972800"/>
              <a:gd name="connsiteX92" fmla="*/ 6188669 w 11362354"/>
              <a:gd name="connsiteY92" fmla="*/ 1288165 h 1972800"/>
              <a:gd name="connsiteX93" fmla="*/ 6674501 w 11362354"/>
              <a:gd name="connsiteY93" fmla="*/ 1288165 h 1972800"/>
              <a:gd name="connsiteX94" fmla="*/ 6674501 w 11362354"/>
              <a:gd name="connsiteY94" fmla="*/ 1351991 h 1972800"/>
              <a:gd name="connsiteX95" fmla="*/ 7080275 w 11362354"/>
              <a:gd name="connsiteY95" fmla="*/ 1351991 h 1972800"/>
              <a:gd name="connsiteX96" fmla="*/ 7080275 w 11362354"/>
              <a:gd name="connsiteY96" fmla="*/ 1462314 h 1972800"/>
              <a:gd name="connsiteX97" fmla="*/ 6188669 w 11362354"/>
              <a:gd name="connsiteY97" fmla="*/ 1462314 h 1972800"/>
              <a:gd name="connsiteX98" fmla="*/ 4794722 w 11362354"/>
              <a:gd name="connsiteY98" fmla="*/ 1288165 h 1972800"/>
              <a:gd name="connsiteX99" fmla="*/ 5308313 w 11362354"/>
              <a:gd name="connsiteY99" fmla="*/ 1288165 h 1972800"/>
              <a:gd name="connsiteX100" fmla="*/ 5433050 w 11362354"/>
              <a:gd name="connsiteY100" fmla="*/ 1363467 h 1972800"/>
              <a:gd name="connsiteX101" fmla="*/ 5557791 w 11362354"/>
              <a:gd name="connsiteY101" fmla="*/ 1288165 h 1972800"/>
              <a:gd name="connsiteX102" fmla="*/ 6071387 w 11362354"/>
              <a:gd name="connsiteY102" fmla="*/ 1288165 h 1972800"/>
              <a:gd name="connsiteX103" fmla="*/ 6026879 w 11362354"/>
              <a:gd name="connsiteY103" fmla="*/ 1462314 h 1972800"/>
              <a:gd name="connsiteX104" fmla="*/ 4839225 w 11362354"/>
              <a:gd name="connsiteY104" fmla="*/ 1462314 h 1972800"/>
              <a:gd name="connsiteX105" fmla="*/ 4794722 w 11362354"/>
              <a:gd name="connsiteY105" fmla="*/ 1288165 h 1972800"/>
              <a:gd name="connsiteX106" fmla="*/ 2285298 w 11362354"/>
              <a:gd name="connsiteY106" fmla="*/ 1288165 h 1972800"/>
              <a:gd name="connsiteX107" fmla="*/ 2771132 w 11362354"/>
              <a:gd name="connsiteY107" fmla="*/ 1288165 h 1972800"/>
              <a:gd name="connsiteX108" fmla="*/ 2771132 w 11362354"/>
              <a:gd name="connsiteY108" fmla="*/ 1351991 h 1972800"/>
              <a:gd name="connsiteX109" fmla="*/ 3183254 w 11362354"/>
              <a:gd name="connsiteY109" fmla="*/ 1351991 h 1972800"/>
              <a:gd name="connsiteX110" fmla="*/ 3183254 w 11362354"/>
              <a:gd name="connsiteY110" fmla="*/ 1462314 h 1972800"/>
              <a:gd name="connsiteX111" fmla="*/ 2285298 w 11362354"/>
              <a:gd name="connsiteY111" fmla="*/ 1462314 h 1972800"/>
              <a:gd name="connsiteX112" fmla="*/ 1586644 w 11362354"/>
              <a:gd name="connsiteY112" fmla="*/ 1288165 h 1972800"/>
              <a:gd name="connsiteX113" fmla="*/ 2038472 w 11362354"/>
              <a:gd name="connsiteY113" fmla="*/ 1288165 h 1972800"/>
              <a:gd name="connsiteX114" fmla="*/ 2121783 w 11362354"/>
              <a:gd name="connsiteY114" fmla="*/ 1462314 h 1972800"/>
              <a:gd name="connsiteX115" fmla="*/ 1663530 w 11362354"/>
              <a:gd name="connsiteY115" fmla="*/ 1462314 h 1972800"/>
              <a:gd name="connsiteX116" fmla="*/ 985097 w 11362354"/>
              <a:gd name="connsiteY116" fmla="*/ 1288165 h 1972800"/>
              <a:gd name="connsiteX117" fmla="*/ 1468672 w 11362354"/>
              <a:gd name="connsiteY117" fmla="*/ 1288165 h 1972800"/>
              <a:gd name="connsiteX118" fmla="*/ 1468672 w 11362354"/>
              <a:gd name="connsiteY118" fmla="*/ 1462314 h 1972800"/>
              <a:gd name="connsiteX119" fmla="*/ 985097 w 11362354"/>
              <a:gd name="connsiteY119" fmla="*/ 1462314 h 1972800"/>
              <a:gd name="connsiteX120" fmla="*/ 0 w 11362354"/>
              <a:gd name="connsiteY120" fmla="*/ 1288165 h 1972800"/>
              <a:gd name="connsiteX121" fmla="*/ 506025 w 11362354"/>
              <a:gd name="connsiteY121" fmla="*/ 1288165 h 1972800"/>
              <a:gd name="connsiteX122" fmla="*/ 506025 w 11362354"/>
              <a:gd name="connsiteY122" fmla="*/ 1462314 h 1972800"/>
              <a:gd name="connsiteX123" fmla="*/ 0 w 11362354"/>
              <a:gd name="connsiteY123" fmla="*/ 1462314 h 1972800"/>
              <a:gd name="connsiteX124" fmla="*/ 10408772 w 11362354"/>
              <a:gd name="connsiteY124" fmla="*/ 1157361 h 1972800"/>
              <a:gd name="connsiteX125" fmla="*/ 10468381 w 11362354"/>
              <a:gd name="connsiteY125" fmla="*/ 1208632 h 1972800"/>
              <a:gd name="connsiteX126" fmla="*/ 10408772 w 11362354"/>
              <a:gd name="connsiteY126" fmla="*/ 1208632 h 1972800"/>
              <a:gd name="connsiteX127" fmla="*/ 10816942 w 11362354"/>
              <a:gd name="connsiteY127" fmla="*/ 1078164 h 1972800"/>
              <a:gd name="connsiteX128" fmla="*/ 11358000 w 11362354"/>
              <a:gd name="connsiteY128" fmla="*/ 1078164 h 1972800"/>
              <a:gd name="connsiteX129" fmla="*/ 11359134 w 11362354"/>
              <a:gd name="connsiteY129" fmla="*/ 1208632 h 1972800"/>
              <a:gd name="connsiteX130" fmla="*/ 11359134 w 11362354"/>
              <a:gd name="connsiteY130" fmla="*/ 1208633 h 1972800"/>
              <a:gd name="connsiteX131" fmla="*/ 10871056 w 11362354"/>
              <a:gd name="connsiteY131" fmla="*/ 1208633 h 1972800"/>
              <a:gd name="connsiteX132" fmla="*/ 10871355 w 11362354"/>
              <a:gd name="connsiteY132" fmla="*/ 1205652 h 1972800"/>
              <a:gd name="connsiteX133" fmla="*/ 10808382 w 11362354"/>
              <a:gd name="connsiteY133" fmla="*/ 1078165 h 1972800"/>
              <a:gd name="connsiteX134" fmla="*/ 10816943 w 11362354"/>
              <a:gd name="connsiteY134" fmla="*/ 1078165 h 1972800"/>
              <a:gd name="connsiteX135" fmla="*/ 9781432 w 11362354"/>
              <a:gd name="connsiteY135" fmla="*/ 1075882 h 1972800"/>
              <a:gd name="connsiteX136" fmla="*/ 10286039 w 11362354"/>
              <a:gd name="connsiteY136" fmla="*/ 1075882 h 1972800"/>
              <a:gd name="connsiteX137" fmla="*/ 10286039 w 11362354"/>
              <a:gd name="connsiteY137" fmla="*/ 1206076 h 1972800"/>
              <a:gd name="connsiteX138" fmla="*/ 9781432 w 11362354"/>
              <a:gd name="connsiteY138" fmla="*/ 1206076 h 1972800"/>
              <a:gd name="connsiteX139" fmla="*/ 8877431 w 11362354"/>
              <a:gd name="connsiteY139" fmla="*/ 1075882 h 1972800"/>
              <a:gd name="connsiteX140" fmla="*/ 9382033 w 11362354"/>
              <a:gd name="connsiteY140" fmla="*/ 1075882 h 1972800"/>
              <a:gd name="connsiteX141" fmla="*/ 9382033 w 11362354"/>
              <a:gd name="connsiteY141" fmla="*/ 1206076 h 1972800"/>
              <a:gd name="connsiteX142" fmla="*/ 8877431 w 11362354"/>
              <a:gd name="connsiteY142" fmla="*/ 1206076 h 1972800"/>
              <a:gd name="connsiteX143" fmla="*/ 7760453 w 11362354"/>
              <a:gd name="connsiteY143" fmla="*/ 1075882 h 1972800"/>
              <a:gd name="connsiteX144" fmla="*/ 8501703 w 11362354"/>
              <a:gd name="connsiteY144" fmla="*/ 1075882 h 1972800"/>
              <a:gd name="connsiteX145" fmla="*/ 8501703 w 11362354"/>
              <a:gd name="connsiteY145" fmla="*/ 1206076 h 1972800"/>
              <a:gd name="connsiteX146" fmla="*/ 7814594 w 11362354"/>
              <a:gd name="connsiteY146" fmla="*/ 1206076 h 1972800"/>
              <a:gd name="connsiteX147" fmla="*/ 7193139 w 11362354"/>
              <a:gd name="connsiteY147" fmla="*/ 1075882 h 1972800"/>
              <a:gd name="connsiteX148" fmla="*/ 7648159 w 11362354"/>
              <a:gd name="connsiteY148" fmla="*/ 1075882 h 1972800"/>
              <a:gd name="connsiteX149" fmla="*/ 7648159 w 11362354"/>
              <a:gd name="connsiteY149" fmla="*/ 1206076 h 1972800"/>
              <a:gd name="connsiteX150" fmla="*/ 7193139 w 11362354"/>
              <a:gd name="connsiteY150" fmla="*/ 1206076 h 1972800"/>
              <a:gd name="connsiteX151" fmla="*/ 6188669 w 11362354"/>
              <a:gd name="connsiteY151" fmla="*/ 1075882 h 1972800"/>
              <a:gd name="connsiteX152" fmla="*/ 6674501 w 11362354"/>
              <a:gd name="connsiteY152" fmla="*/ 1075882 h 1972800"/>
              <a:gd name="connsiteX153" fmla="*/ 6674501 w 11362354"/>
              <a:gd name="connsiteY153" fmla="*/ 1206076 h 1972800"/>
              <a:gd name="connsiteX154" fmla="*/ 6188669 w 11362354"/>
              <a:gd name="connsiteY154" fmla="*/ 1206076 h 1972800"/>
              <a:gd name="connsiteX155" fmla="*/ 5574793 w 11362354"/>
              <a:gd name="connsiteY155" fmla="*/ 1075882 h 1972800"/>
              <a:gd name="connsiteX156" fmla="*/ 6073294 w 11362354"/>
              <a:gd name="connsiteY156" fmla="*/ 1075882 h 1972800"/>
              <a:gd name="connsiteX157" fmla="*/ 6073294 w 11362354"/>
              <a:gd name="connsiteY157" fmla="*/ 1206076 h 1972800"/>
              <a:gd name="connsiteX158" fmla="*/ 5574793 w 11362354"/>
              <a:gd name="connsiteY158" fmla="*/ 1206076 h 1972800"/>
              <a:gd name="connsiteX159" fmla="*/ 4792811 w 11362354"/>
              <a:gd name="connsiteY159" fmla="*/ 1075882 h 1972800"/>
              <a:gd name="connsiteX160" fmla="*/ 5291307 w 11362354"/>
              <a:gd name="connsiteY160" fmla="*/ 1075882 h 1972800"/>
              <a:gd name="connsiteX161" fmla="*/ 5291307 w 11362354"/>
              <a:gd name="connsiteY161" fmla="*/ 1206076 h 1972800"/>
              <a:gd name="connsiteX162" fmla="*/ 4792811 w 11362354"/>
              <a:gd name="connsiteY162" fmla="*/ 1206076 h 1972800"/>
              <a:gd name="connsiteX163" fmla="*/ 2285298 w 11362354"/>
              <a:gd name="connsiteY163" fmla="*/ 1075882 h 1972800"/>
              <a:gd name="connsiteX164" fmla="*/ 2771132 w 11362354"/>
              <a:gd name="connsiteY164" fmla="*/ 1075882 h 1972800"/>
              <a:gd name="connsiteX165" fmla="*/ 2771132 w 11362354"/>
              <a:gd name="connsiteY165" fmla="*/ 1206076 h 1972800"/>
              <a:gd name="connsiteX166" fmla="*/ 2285298 w 11362354"/>
              <a:gd name="connsiteY166" fmla="*/ 1206076 h 1972800"/>
              <a:gd name="connsiteX167" fmla="*/ 1492927 w 11362354"/>
              <a:gd name="connsiteY167" fmla="*/ 1075882 h 1972800"/>
              <a:gd name="connsiteX168" fmla="*/ 1945589 w 11362354"/>
              <a:gd name="connsiteY168" fmla="*/ 1075882 h 1972800"/>
              <a:gd name="connsiteX169" fmla="*/ 1940491 w 11362354"/>
              <a:gd name="connsiteY169" fmla="*/ 1080455 h 1972800"/>
              <a:gd name="connsiteX170" fmla="*/ 1939110 w 11362354"/>
              <a:gd name="connsiteY170" fmla="*/ 1080455 h 1972800"/>
              <a:gd name="connsiteX171" fmla="*/ 1939524 w 11362354"/>
              <a:gd name="connsiteY171" fmla="*/ 1081320 h 1972800"/>
              <a:gd name="connsiteX172" fmla="*/ 1938345 w 11362354"/>
              <a:gd name="connsiteY172" fmla="*/ 1082361 h 1972800"/>
              <a:gd name="connsiteX173" fmla="*/ 1940022 w 11362354"/>
              <a:gd name="connsiteY173" fmla="*/ 1082361 h 1972800"/>
              <a:gd name="connsiteX174" fmla="*/ 1999205 w 11362354"/>
              <a:gd name="connsiteY174" fmla="*/ 1206076 h 1972800"/>
              <a:gd name="connsiteX175" fmla="*/ 1550403 w 11362354"/>
              <a:gd name="connsiteY175" fmla="*/ 1206076 h 1972800"/>
              <a:gd name="connsiteX176" fmla="*/ 985097 w 11362354"/>
              <a:gd name="connsiteY176" fmla="*/ 1075882 h 1972800"/>
              <a:gd name="connsiteX177" fmla="*/ 1468672 w 11362354"/>
              <a:gd name="connsiteY177" fmla="*/ 1075882 h 1972800"/>
              <a:gd name="connsiteX178" fmla="*/ 1468672 w 11362354"/>
              <a:gd name="connsiteY178" fmla="*/ 1206076 h 1972800"/>
              <a:gd name="connsiteX179" fmla="*/ 985097 w 11362354"/>
              <a:gd name="connsiteY179" fmla="*/ 1206076 h 1972800"/>
              <a:gd name="connsiteX180" fmla="*/ 0 w 11362354"/>
              <a:gd name="connsiteY180" fmla="*/ 1075882 h 1972800"/>
              <a:gd name="connsiteX181" fmla="*/ 877145 w 11362354"/>
              <a:gd name="connsiteY181" fmla="*/ 1075882 h 1972800"/>
              <a:gd name="connsiteX182" fmla="*/ 877145 w 11362354"/>
              <a:gd name="connsiteY182" fmla="*/ 1098345 h 1972800"/>
              <a:gd name="connsiteX183" fmla="*/ 869625 w 11362354"/>
              <a:gd name="connsiteY183" fmla="*/ 1098345 h 1972800"/>
              <a:gd name="connsiteX184" fmla="*/ 506025 w 11362354"/>
              <a:gd name="connsiteY184" fmla="*/ 1098345 h 1972800"/>
              <a:gd name="connsiteX185" fmla="*/ 506025 w 11362354"/>
              <a:gd name="connsiteY185" fmla="*/ 1206076 h 1972800"/>
              <a:gd name="connsiteX186" fmla="*/ 0 w 11362354"/>
              <a:gd name="connsiteY186" fmla="*/ 1206076 h 1972800"/>
              <a:gd name="connsiteX187" fmla="*/ 4174413 w 11362354"/>
              <a:gd name="connsiteY187" fmla="*/ 1075881 h 1972800"/>
              <a:gd name="connsiteX188" fmla="*/ 4660572 w 11362354"/>
              <a:gd name="connsiteY188" fmla="*/ 1075881 h 1972800"/>
              <a:gd name="connsiteX189" fmla="*/ 4633997 w 11362354"/>
              <a:gd name="connsiteY189" fmla="*/ 1206075 h 1972800"/>
              <a:gd name="connsiteX190" fmla="*/ 4129883 w 11362354"/>
              <a:gd name="connsiteY190" fmla="*/ 1206075 h 1972800"/>
              <a:gd name="connsiteX191" fmla="*/ 4174413 w 11362354"/>
              <a:gd name="connsiteY191" fmla="*/ 1075881 h 1972800"/>
              <a:gd name="connsiteX192" fmla="*/ 3305162 w 11362354"/>
              <a:gd name="connsiteY192" fmla="*/ 1075881 h 1972800"/>
              <a:gd name="connsiteX193" fmla="*/ 3790976 w 11362354"/>
              <a:gd name="connsiteY193" fmla="*/ 1075881 h 1972800"/>
              <a:gd name="connsiteX194" fmla="*/ 3835506 w 11362354"/>
              <a:gd name="connsiteY194" fmla="*/ 1206075 h 1972800"/>
              <a:gd name="connsiteX195" fmla="*/ 3330959 w 11362354"/>
              <a:gd name="connsiteY195" fmla="*/ 1206075 h 1972800"/>
              <a:gd name="connsiteX196" fmla="*/ 3305162 w 11362354"/>
              <a:gd name="connsiteY196" fmla="*/ 1075881 h 1972800"/>
              <a:gd name="connsiteX197" fmla="*/ 10587776 w 11362354"/>
              <a:gd name="connsiteY197" fmla="*/ 879486 h 1972800"/>
              <a:gd name="connsiteX198" fmla="*/ 11280821 w 11362354"/>
              <a:gd name="connsiteY198" fmla="*/ 879486 h 1972800"/>
              <a:gd name="connsiteX199" fmla="*/ 11338792 w 11362354"/>
              <a:gd name="connsiteY199" fmla="*/ 993628 h 1972800"/>
              <a:gd name="connsiteX200" fmla="*/ 10727828 w 11362354"/>
              <a:gd name="connsiteY200" fmla="*/ 995899 h 1972800"/>
              <a:gd name="connsiteX201" fmla="*/ 9781432 w 11362354"/>
              <a:gd name="connsiteY201" fmla="*/ 877625 h 1972800"/>
              <a:gd name="connsiteX202" fmla="*/ 10286039 w 11362354"/>
              <a:gd name="connsiteY202" fmla="*/ 877625 h 1972800"/>
              <a:gd name="connsiteX203" fmla="*/ 10286039 w 11362354"/>
              <a:gd name="connsiteY203" fmla="*/ 993788 h 1972800"/>
              <a:gd name="connsiteX204" fmla="*/ 9781432 w 11362354"/>
              <a:gd name="connsiteY204" fmla="*/ 993788 h 1972800"/>
              <a:gd name="connsiteX205" fmla="*/ 8877431 w 11362354"/>
              <a:gd name="connsiteY205" fmla="*/ 877625 h 1972800"/>
              <a:gd name="connsiteX206" fmla="*/ 9382033 w 11362354"/>
              <a:gd name="connsiteY206" fmla="*/ 877625 h 1972800"/>
              <a:gd name="connsiteX207" fmla="*/ 9382033 w 11362354"/>
              <a:gd name="connsiteY207" fmla="*/ 993788 h 1972800"/>
              <a:gd name="connsiteX208" fmla="*/ 8877431 w 11362354"/>
              <a:gd name="connsiteY208" fmla="*/ 993788 h 1972800"/>
              <a:gd name="connsiteX209" fmla="*/ 7678004 w 11362354"/>
              <a:gd name="connsiteY209" fmla="*/ 877625 h 1972800"/>
              <a:gd name="connsiteX210" fmla="*/ 8501703 w 11362354"/>
              <a:gd name="connsiteY210" fmla="*/ 877625 h 1972800"/>
              <a:gd name="connsiteX211" fmla="*/ 8501703 w 11362354"/>
              <a:gd name="connsiteY211" fmla="*/ 993788 h 1972800"/>
              <a:gd name="connsiteX212" fmla="*/ 7726316 w 11362354"/>
              <a:gd name="connsiteY212" fmla="*/ 993788 h 1972800"/>
              <a:gd name="connsiteX213" fmla="*/ 7193139 w 11362354"/>
              <a:gd name="connsiteY213" fmla="*/ 877625 h 1972800"/>
              <a:gd name="connsiteX214" fmla="*/ 7648159 w 11362354"/>
              <a:gd name="connsiteY214" fmla="*/ 877625 h 1972800"/>
              <a:gd name="connsiteX215" fmla="*/ 7648159 w 11362354"/>
              <a:gd name="connsiteY215" fmla="*/ 993788 h 1972800"/>
              <a:gd name="connsiteX216" fmla="*/ 7193139 w 11362354"/>
              <a:gd name="connsiteY216" fmla="*/ 993788 h 1972800"/>
              <a:gd name="connsiteX217" fmla="*/ 6188669 w 11362354"/>
              <a:gd name="connsiteY217" fmla="*/ 877625 h 1972800"/>
              <a:gd name="connsiteX218" fmla="*/ 7056268 w 11362354"/>
              <a:gd name="connsiteY218" fmla="*/ 877625 h 1972800"/>
              <a:gd name="connsiteX219" fmla="*/ 7056268 w 11362354"/>
              <a:gd name="connsiteY219" fmla="*/ 988326 h 1972800"/>
              <a:gd name="connsiteX220" fmla="*/ 6674501 w 11362354"/>
              <a:gd name="connsiteY220" fmla="*/ 988326 h 1972800"/>
              <a:gd name="connsiteX221" fmla="*/ 6674501 w 11362354"/>
              <a:gd name="connsiteY221" fmla="*/ 993788 h 1972800"/>
              <a:gd name="connsiteX222" fmla="*/ 6188669 w 11362354"/>
              <a:gd name="connsiteY222" fmla="*/ 993788 h 1972800"/>
              <a:gd name="connsiteX223" fmla="*/ 5574793 w 11362354"/>
              <a:gd name="connsiteY223" fmla="*/ 877625 h 1972800"/>
              <a:gd name="connsiteX224" fmla="*/ 6073294 w 11362354"/>
              <a:gd name="connsiteY224" fmla="*/ 877625 h 1972800"/>
              <a:gd name="connsiteX225" fmla="*/ 6073294 w 11362354"/>
              <a:gd name="connsiteY225" fmla="*/ 993788 h 1972800"/>
              <a:gd name="connsiteX226" fmla="*/ 5574793 w 11362354"/>
              <a:gd name="connsiteY226" fmla="*/ 993788 h 1972800"/>
              <a:gd name="connsiteX227" fmla="*/ 4792811 w 11362354"/>
              <a:gd name="connsiteY227" fmla="*/ 877625 h 1972800"/>
              <a:gd name="connsiteX228" fmla="*/ 5291307 w 11362354"/>
              <a:gd name="connsiteY228" fmla="*/ 877625 h 1972800"/>
              <a:gd name="connsiteX229" fmla="*/ 5291307 w 11362354"/>
              <a:gd name="connsiteY229" fmla="*/ 993788 h 1972800"/>
              <a:gd name="connsiteX230" fmla="*/ 4792811 w 11362354"/>
              <a:gd name="connsiteY230" fmla="*/ 993788 h 1972800"/>
              <a:gd name="connsiteX231" fmla="*/ 2285298 w 11362354"/>
              <a:gd name="connsiteY231" fmla="*/ 877625 h 1972800"/>
              <a:gd name="connsiteX232" fmla="*/ 3161500 w 11362354"/>
              <a:gd name="connsiteY232" fmla="*/ 877625 h 1972800"/>
              <a:gd name="connsiteX233" fmla="*/ 3161500 w 11362354"/>
              <a:gd name="connsiteY233" fmla="*/ 988326 h 1972800"/>
              <a:gd name="connsiteX234" fmla="*/ 2771132 w 11362354"/>
              <a:gd name="connsiteY234" fmla="*/ 988326 h 1972800"/>
              <a:gd name="connsiteX235" fmla="*/ 2771132 w 11362354"/>
              <a:gd name="connsiteY235" fmla="*/ 993788 h 1972800"/>
              <a:gd name="connsiteX236" fmla="*/ 2285298 w 11362354"/>
              <a:gd name="connsiteY236" fmla="*/ 993788 h 1972800"/>
              <a:gd name="connsiteX237" fmla="*/ 985097 w 11362354"/>
              <a:gd name="connsiteY237" fmla="*/ 877625 h 1972800"/>
              <a:gd name="connsiteX238" fmla="*/ 2107746 w 11362354"/>
              <a:gd name="connsiteY238" fmla="*/ 877625 h 1972800"/>
              <a:gd name="connsiteX239" fmla="*/ 2028664 w 11362354"/>
              <a:gd name="connsiteY239" fmla="*/ 993788 h 1972800"/>
              <a:gd name="connsiteX240" fmla="*/ 985097 w 11362354"/>
              <a:gd name="connsiteY240" fmla="*/ 993788 h 1972800"/>
              <a:gd name="connsiteX241" fmla="*/ 0 w 11362354"/>
              <a:gd name="connsiteY241" fmla="*/ 877625 h 1972800"/>
              <a:gd name="connsiteX242" fmla="*/ 877145 w 11362354"/>
              <a:gd name="connsiteY242" fmla="*/ 877625 h 1972800"/>
              <a:gd name="connsiteX243" fmla="*/ 877145 w 11362354"/>
              <a:gd name="connsiteY243" fmla="*/ 993788 h 1972800"/>
              <a:gd name="connsiteX244" fmla="*/ 0 w 11362354"/>
              <a:gd name="connsiteY244" fmla="*/ 993788 h 1972800"/>
              <a:gd name="connsiteX245" fmla="*/ 4199211 w 11362354"/>
              <a:gd name="connsiteY245" fmla="*/ 877624 h 1972800"/>
              <a:gd name="connsiteX246" fmla="*/ 4674176 w 11362354"/>
              <a:gd name="connsiteY246" fmla="*/ 877624 h 1972800"/>
              <a:gd name="connsiteX247" fmla="*/ 4674332 w 11362354"/>
              <a:gd name="connsiteY247" fmla="*/ 883528 h 1972800"/>
              <a:gd name="connsiteX248" fmla="*/ 4669465 w 11362354"/>
              <a:gd name="connsiteY248" fmla="*/ 993787 h 1972800"/>
              <a:gd name="connsiteX249" fmla="*/ 4189743 w 11362354"/>
              <a:gd name="connsiteY249" fmla="*/ 993787 h 1972800"/>
              <a:gd name="connsiteX250" fmla="*/ 4199211 w 11362354"/>
              <a:gd name="connsiteY250" fmla="*/ 877624 h 1972800"/>
              <a:gd name="connsiteX251" fmla="*/ 3291213 w 11362354"/>
              <a:gd name="connsiteY251" fmla="*/ 877624 h 1972800"/>
              <a:gd name="connsiteX252" fmla="*/ 3766173 w 11362354"/>
              <a:gd name="connsiteY252" fmla="*/ 877624 h 1972800"/>
              <a:gd name="connsiteX253" fmla="*/ 3775650 w 11362354"/>
              <a:gd name="connsiteY253" fmla="*/ 993787 h 1972800"/>
              <a:gd name="connsiteX254" fmla="*/ 3295989 w 11362354"/>
              <a:gd name="connsiteY254" fmla="*/ 993787 h 1972800"/>
              <a:gd name="connsiteX255" fmla="*/ 3291057 w 11362354"/>
              <a:gd name="connsiteY255" fmla="*/ 883528 h 1972800"/>
              <a:gd name="connsiteX256" fmla="*/ 10461146 w 11362354"/>
              <a:gd name="connsiteY256" fmla="*/ 710797 h 1972800"/>
              <a:gd name="connsiteX257" fmla="*/ 11109160 w 11362354"/>
              <a:gd name="connsiteY257" fmla="*/ 710797 h 1972800"/>
              <a:gd name="connsiteX258" fmla="*/ 11109162 w 11362354"/>
              <a:gd name="connsiteY258" fmla="*/ 710798 h 1972800"/>
              <a:gd name="connsiteX259" fmla="*/ 11121245 w 11362354"/>
              <a:gd name="connsiteY259" fmla="*/ 710798 h 1972800"/>
              <a:gd name="connsiteX260" fmla="*/ 11122337 w 11362354"/>
              <a:gd name="connsiteY260" fmla="*/ 711693 h 1972800"/>
              <a:gd name="connsiteX261" fmla="*/ 11118350 w 11362354"/>
              <a:gd name="connsiteY261" fmla="*/ 711693 h 1972800"/>
              <a:gd name="connsiteX262" fmla="*/ 11213739 w 11362354"/>
              <a:gd name="connsiteY262" fmla="*/ 797219 h 1972800"/>
              <a:gd name="connsiteX263" fmla="*/ 10517279 w 11362354"/>
              <a:gd name="connsiteY263" fmla="*/ 797218 h 1972800"/>
              <a:gd name="connsiteX264" fmla="*/ 10461146 w 11362354"/>
              <a:gd name="connsiteY264" fmla="*/ 710797 h 1972800"/>
              <a:gd name="connsiteX265" fmla="*/ 9781432 w 11362354"/>
              <a:gd name="connsiteY265" fmla="*/ 709293 h 1972800"/>
              <a:gd name="connsiteX266" fmla="*/ 10286039 w 11362354"/>
              <a:gd name="connsiteY266" fmla="*/ 709293 h 1972800"/>
              <a:gd name="connsiteX267" fmla="*/ 10286039 w 11362354"/>
              <a:gd name="connsiteY267" fmla="*/ 795531 h 1972800"/>
              <a:gd name="connsiteX268" fmla="*/ 9781432 w 11362354"/>
              <a:gd name="connsiteY268" fmla="*/ 795531 h 1972800"/>
              <a:gd name="connsiteX269" fmla="*/ 8877431 w 11362354"/>
              <a:gd name="connsiteY269" fmla="*/ 709293 h 1972800"/>
              <a:gd name="connsiteX270" fmla="*/ 9382033 w 11362354"/>
              <a:gd name="connsiteY270" fmla="*/ 709293 h 1972800"/>
              <a:gd name="connsiteX271" fmla="*/ 9382033 w 11362354"/>
              <a:gd name="connsiteY271" fmla="*/ 795531 h 1972800"/>
              <a:gd name="connsiteX272" fmla="*/ 8877431 w 11362354"/>
              <a:gd name="connsiteY272" fmla="*/ 795531 h 1972800"/>
              <a:gd name="connsiteX273" fmla="*/ 8042875 w 11362354"/>
              <a:gd name="connsiteY273" fmla="*/ 709293 h 1972800"/>
              <a:gd name="connsiteX274" fmla="*/ 8501703 w 11362354"/>
              <a:gd name="connsiteY274" fmla="*/ 709293 h 1972800"/>
              <a:gd name="connsiteX275" fmla="*/ 8501703 w 11362354"/>
              <a:gd name="connsiteY275" fmla="*/ 795531 h 1972800"/>
              <a:gd name="connsiteX276" fmla="*/ 8042875 w 11362354"/>
              <a:gd name="connsiteY276" fmla="*/ 795531 h 1972800"/>
              <a:gd name="connsiteX277" fmla="*/ 7193139 w 11362354"/>
              <a:gd name="connsiteY277" fmla="*/ 709293 h 1972800"/>
              <a:gd name="connsiteX278" fmla="*/ 7996240 w 11362354"/>
              <a:gd name="connsiteY278" fmla="*/ 709293 h 1972800"/>
              <a:gd name="connsiteX279" fmla="*/ 8036152 w 11362354"/>
              <a:gd name="connsiteY279" fmla="*/ 795531 h 1972800"/>
              <a:gd name="connsiteX280" fmla="*/ 7193139 w 11362354"/>
              <a:gd name="connsiteY280" fmla="*/ 795531 h 1972800"/>
              <a:gd name="connsiteX281" fmla="*/ 6188669 w 11362354"/>
              <a:gd name="connsiteY281" fmla="*/ 709293 h 1972800"/>
              <a:gd name="connsiteX282" fmla="*/ 6674501 w 11362354"/>
              <a:gd name="connsiteY282" fmla="*/ 709293 h 1972800"/>
              <a:gd name="connsiteX283" fmla="*/ 6674501 w 11362354"/>
              <a:gd name="connsiteY283" fmla="*/ 714671 h 1972800"/>
              <a:gd name="connsiteX284" fmla="*/ 7056268 w 11362354"/>
              <a:gd name="connsiteY284" fmla="*/ 714671 h 1972800"/>
              <a:gd name="connsiteX285" fmla="*/ 7056268 w 11362354"/>
              <a:gd name="connsiteY285" fmla="*/ 795531 h 1972800"/>
              <a:gd name="connsiteX286" fmla="*/ 6188669 w 11362354"/>
              <a:gd name="connsiteY286" fmla="*/ 795531 h 1972800"/>
              <a:gd name="connsiteX287" fmla="*/ 5574793 w 11362354"/>
              <a:gd name="connsiteY287" fmla="*/ 709293 h 1972800"/>
              <a:gd name="connsiteX288" fmla="*/ 6073294 w 11362354"/>
              <a:gd name="connsiteY288" fmla="*/ 709293 h 1972800"/>
              <a:gd name="connsiteX289" fmla="*/ 6073294 w 11362354"/>
              <a:gd name="connsiteY289" fmla="*/ 795531 h 1972800"/>
              <a:gd name="connsiteX290" fmla="*/ 5574793 w 11362354"/>
              <a:gd name="connsiteY290" fmla="*/ 795531 h 1972800"/>
              <a:gd name="connsiteX291" fmla="*/ 4792811 w 11362354"/>
              <a:gd name="connsiteY291" fmla="*/ 709293 h 1972800"/>
              <a:gd name="connsiteX292" fmla="*/ 5291307 w 11362354"/>
              <a:gd name="connsiteY292" fmla="*/ 709293 h 1972800"/>
              <a:gd name="connsiteX293" fmla="*/ 5291307 w 11362354"/>
              <a:gd name="connsiteY293" fmla="*/ 795531 h 1972800"/>
              <a:gd name="connsiteX294" fmla="*/ 4792811 w 11362354"/>
              <a:gd name="connsiteY294" fmla="*/ 795531 h 1972800"/>
              <a:gd name="connsiteX295" fmla="*/ 2285298 w 11362354"/>
              <a:gd name="connsiteY295" fmla="*/ 709293 h 1972800"/>
              <a:gd name="connsiteX296" fmla="*/ 2771132 w 11362354"/>
              <a:gd name="connsiteY296" fmla="*/ 709293 h 1972800"/>
              <a:gd name="connsiteX297" fmla="*/ 2771132 w 11362354"/>
              <a:gd name="connsiteY297" fmla="*/ 714671 h 1972800"/>
              <a:gd name="connsiteX298" fmla="*/ 3161500 w 11362354"/>
              <a:gd name="connsiteY298" fmla="*/ 714671 h 1972800"/>
              <a:gd name="connsiteX299" fmla="*/ 3161500 w 11362354"/>
              <a:gd name="connsiteY299" fmla="*/ 795531 h 1972800"/>
              <a:gd name="connsiteX300" fmla="*/ 2285298 w 11362354"/>
              <a:gd name="connsiteY300" fmla="*/ 795531 h 1972800"/>
              <a:gd name="connsiteX301" fmla="*/ 1709143 w 11362354"/>
              <a:gd name="connsiteY301" fmla="*/ 709293 h 1972800"/>
              <a:gd name="connsiteX302" fmla="*/ 2169670 w 11362354"/>
              <a:gd name="connsiteY302" fmla="*/ 709293 h 1972800"/>
              <a:gd name="connsiteX303" fmla="*/ 2145130 w 11362354"/>
              <a:gd name="connsiteY303" fmla="*/ 795531 h 1972800"/>
              <a:gd name="connsiteX304" fmla="*/ 1595923 w 11362354"/>
              <a:gd name="connsiteY304" fmla="*/ 795531 h 1972800"/>
              <a:gd name="connsiteX305" fmla="*/ 1709143 w 11362354"/>
              <a:gd name="connsiteY305" fmla="*/ 709293 h 1972800"/>
              <a:gd name="connsiteX306" fmla="*/ 985097 w 11362354"/>
              <a:gd name="connsiteY306" fmla="*/ 709293 h 1972800"/>
              <a:gd name="connsiteX307" fmla="*/ 1469893 w 11362354"/>
              <a:gd name="connsiteY307" fmla="*/ 709293 h 1972800"/>
              <a:gd name="connsiteX308" fmla="*/ 1469893 w 11362354"/>
              <a:gd name="connsiteY308" fmla="*/ 795531 h 1972800"/>
              <a:gd name="connsiteX309" fmla="*/ 985097 w 11362354"/>
              <a:gd name="connsiteY309" fmla="*/ 795531 h 1972800"/>
              <a:gd name="connsiteX310" fmla="*/ 0 w 11362354"/>
              <a:gd name="connsiteY310" fmla="*/ 709293 h 1972800"/>
              <a:gd name="connsiteX311" fmla="*/ 877145 w 11362354"/>
              <a:gd name="connsiteY311" fmla="*/ 709293 h 1972800"/>
              <a:gd name="connsiteX312" fmla="*/ 877145 w 11362354"/>
              <a:gd name="connsiteY312" fmla="*/ 795531 h 1972800"/>
              <a:gd name="connsiteX313" fmla="*/ 0 w 11362354"/>
              <a:gd name="connsiteY313" fmla="*/ 795531 h 1972800"/>
              <a:gd name="connsiteX314" fmla="*/ 4189251 w 11362354"/>
              <a:gd name="connsiteY314" fmla="*/ 709292 h 1972800"/>
              <a:gd name="connsiteX315" fmla="*/ 4662658 w 11362354"/>
              <a:gd name="connsiteY315" fmla="*/ 709292 h 1972800"/>
              <a:gd name="connsiteX316" fmla="*/ 4671191 w 11362354"/>
              <a:gd name="connsiteY316" fmla="*/ 795530 h 1972800"/>
              <a:gd name="connsiteX317" fmla="*/ 4197682 w 11362354"/>
              <a:gd name="connsiteY317" fmla="*/ 795530 h 1972800"/>
              <a:gd name="connsiteX318" fmla="*/ 4189251 w 11362354"/>
              <a:gd name="connsiteY318" fmla="*/ 709292 h 1972800"/>
              <a:gd name="connsiteX319" fmla="*/ 3302730 w 11362354"/>
              <a:gd name="connsiteY319" fmla="*/ 709292 h 1972800"/>
              <a:gd name="connsiteX320" fmla="*/ 3776138 w 11362354"/>
              <a:gd name="connsiteY320" fmla="*/ 709292 h 1972800"/>
              <a:gd name="connsiteX321" fmla="*/ 3767701 w 11362354"/>
              <a:gd name="connsiteY321" fmla="*/ 795530 h 1972800"/>
              <a:gd name="connsiteX322" fmla="*/ 3294197 w 11362354"/>
              <a:gd name="connsiteY322" fmla="*/ 795530 h 1972800"/>
              <a:gd name="connsiteX323" fmla="*/ 3302730 w 11362354"/>
              <a:gd name="connsiteY323" fmla="*/ 709292 h 1972800"/>
              <a:gd name="connsiteX324" fmla="*/ 10418948 w 11362354"/>
              <a:gd name="connsiteY324" fmla="*/ 565540 h 1972800"/>
              <a:gd name="connsiteX325" fmla="*/ 10949595 w 11362354"/>
              <a:gd name="connsiteY325" fmla="*/ 565540 h 1972800"/>
              <a:gd name="connsiteX326" fmla="*/ 10964075 w 11362354"/>
              <a:gd name="connsiteY326" fmla="*/ 577567 h 1972800"/>
              <a:gd name="connsiteX327" fmla="*/ 11026395 w 11362354"/>
              <a:gd name="connsiteY327" fmla="*/ 628529 h 1972800"/>
              <a:gd name="connsiteX328" fmla="*/ 10434083 w 11362354"/>
              <a:gd name="connsiteY328" fmla="*/ 628529 h 1972800"/>
              <a:gd name="connsiteX329" fmla="*/ 10418948 w 11362354"/>
              <a:gd name="connsiteY329" fmla="*/ 565540 h 1972800"/>
              <a:gd name="connsiteX330" fmla="*/ 9781432 w 11362354"/>
              <a:gd name="connsiteY330" fmla="*/ 564344 h 1972800"/>
              <a:gd name="connsiteX331" fmla="*/ 10286039 w 11362354"/>
              <a:gd name="connsiteY331" fmla="*/ 564344 h 1972800"/>
              <a:gd name="connsiteX332" fmla="*/ 10286039 w 11362354"/>
              <a:gd name="connsiteY332" fmla="*/ 627199 h 1972800"/>
              <a:gd name="connsiteX333" fmla="*/ 9781432 w 11362354"/>
              <a:gd name="connsiteY333" fmla="*/ 627199 h 1972800"/>
              <a:gd name="connsiteX334" fmla="*/ 8877431 w 11362354"/>
              <a:gd name="connsiteY334" fmla="*/ 564344 h 1972800"/>
              <a:gd name="connsiteX335" fmla="*/ 9382033 w 11362354"/>
              <a:gd name="connsiteY335" fmla="*/ 564344 h 1972800"/>
              <a:gd name="connsiteX336" fmla="*/ 9382033 w 11362354"/>
              <a:gd name="connsiteY336" fmla="*/ 627199 h 1972800"/>
              <a:gd name="connsiteX337" fmla="*/ 8877431 w 11362354"/>
              <a:gd name="connsiteY337" fmla="*/ 627199 h 1972800"/>
              <a:gd name="connsiteX338" fmla="*/ 8042875 w 11362354"/>
              <a:gd name="connsiteY338" fmla="*/ 564344 h 1972800"/>
              <a:gd name="connsiteX339" fmla="*/ 8501703 w 11362354"/>
              <a:gd name="connsiteY339" fmla="*/ 564344 h 1972800"/>
              <a:gd name="connsiteX340" fmla="*/ 8501703 w 11362354"/>
              <a:gd name="connsiteY340" fmla="*/ 627199 h 1972800"/>
              <a:gd name="connsiteX341" fmla="*/ 8042875 w 11362354"/>
              <a:gd name="connsiteY341" fmla="*/ 627199 h 1972800"/>
              <a:gd name="connsiteX342" fmla="*/ 7193139 w 11362354"/>
              <a:gd name="connsiteY342" fmla="*/ 564344 h 1972800"/>
              <a:gd name="connsiteX343" fmla="*/ 7929154 w 11362354"/>
              <a:gd name="connsiteY343" fmla="*/ 564344 h 1972800"/>
              <a:gd name="connsiteX344" fmla="*/ 7958244 w 11362354"/>
              <a:gd name="connsiteY344" fmla="*/ 627199 h 1972800"/>
              <a:gd name="connsiteX345" fmla="*/ 7193139 w 11362354"/>
              <a:gd name="connsiteY345" fmla="*/ 627199 h 1972800"/>
              <a:gd name="connsiteX346" fmla="*/ 6188669 w 11362354"/>
              <a:gd name="connsiteY346" fmla="*/ 564344 h 1972800"/>
              <a:gd name="connsiteX347" fmla="*/ 6674501 w 11362354"/>
              <a:gd name="connsiteY347" fmla="*/ 564344 h 1972800"/>
              <a:gd name="connsiteX348" fmla="*/ 6674501 w 11362354"/>
              <a:gd name="connsiteY348" fmla="*/ 627199 h 1972800"/>
              <a:gd name="connsiteX349" fmla="*/ 6188669 w 11362354"/>
              <a:gd name="connsiteY349" fmla="*/ 627199 h 1972800"/>
              <a:gd name="connsiteX350" fmla="*/ 5574793 w 11362354"/>
              <a:gd name="connsiteY350" fmla="*/ 564344 h 1972800"/>
              <a:gd name="connsiteX351" fmla="*/ 6073294 w 11362354"/>
              <a:gd name="connsiteY351" fmla="*/ 564344 h 1972800"/>
              <a:gd name="connsiteX352" fmla="*/ 6073294 w 11362354"/>
              <a:gd name="connsiteY352" fmla="*/ 627199 h 1972800"/>
              <a:gd name="connsiteX353" fmla="*/ 5574793 w 11362354"/>
              <a:gd name="connsiteY353" fmla="*/ 627199 h 1972800"/>
              <a:gd name="connsiteX354" fmla="*/ 4792811 w 11362354"/>
              <a:gd name="connsiteY354" fmla="*/ 564344 h 1972800"/>
              <a:gd name="connsiteX355" fmla="*/ 5291307 w 11362354"/>
              <a:gd name="connsiteY355" fmla="*/ 564344 h 1972800"/>
              <a:gd name="connsiteX356" fmla="*/ 5291307 w 11362354"/>
              <a:gd name="connsiteY356" fmla="*/ 627199 h 1972800"/>
              <a:gd name="connsiteX357" fmla="*/ 4792811 w 11362354"/>
              <a:gd name="connsiteY357" fmla="*/ 627199 h 1972800"/>
              <a:gd name="connsiteX358" fmla="*/ 2285298 w 11362354"/>
              <a:gd name="connsiteY358" fmla="*/ 564344 h 1972800"/>
              <a:gd name="connsiteX359" fmla="*/ 2771132 w 11362354"/>
              <a:gd name="connsiteY359" fmla="*/ 564344 h 1972800"/>
              <a:gd name="connsiteX360" fmla="*/ 2771132 w 11362354"/>
              <a:gd name="connsiteY360" fmla="*/ 627199 h 1972800"/>
              <a:gd name="connsiteX361" fmla="*/ 2285298 w 11362354"/>
              <a:gd name="connsiteY361" fmla="*/ 627199 h 1972800"/>
              <a:gd name="connsiteX362" fmla="*/ 1743635 w 11362354"/>
              <a:gd name="connsiteY362" fmla="*/ 564344 h 1972800"/>
              <a:gd name="connsiteX363" fmla="*/ 2184512 w 11362354"/>
              <a:gd name="connsiteY363" fmla="*/ 564344 h 1972800"/>
              <a:gd name="connsiteX364" fmla="*/ 2184779 w 11362354"/>
              <a:gd name="connsiteY364" fmla="*/ 571975 h 1972800"/>
              <a:gd name="connsiteX365" fmla="*/ 2181588 w 11362354"/>
              <a:gd name="connsiteY365" fmla="*/ 627199 h 1972800"/>
              <a:gd name="connsiteX366" fmla="*/ 1742032 w 11362354"/>
              <a:gd name="connsiteY366" fmla="*/ 627199 h 1972800"/>
              <a:gd name="connsiteX367" fmla="*/ 1746020 w 11362354"/>
              <a:gd name="connsiteY367" fmla="*/ 587881 h 1972800"/>
              <a:gd name="connsiteX368" fmla="*/ 985097 w 11362354"/>
              <a:gd name="connsiteY368" fmla="*/ 564344 h 1972800"/>
              <a:gd name="connsiteX369" fmla="*/ 1469893 w 11362354"/>
              <a:gd name="connsiteY369" fmla="*/ 564344 h 1972800"/>
              <a:gd name="connsiteX370" fmla="*/ 1469893 w 11362354"/>
              <a:gd name="connsiteY370" fmla="*/ 627199 h 1972800"/>
              <a:gd name="connsiteX371" fmla="*/ 985097 w 11362354"/>
              <a:gd name="connsiteY371" fmla="*/ 627199 h 1972800"/>
              <a:gd name="connsiteX372" fmla="*/ 0 w 11362354"/>
              <a:gd name="connsiteY372" fmla="*/ 564344 h 1972800"/>
              <a:gd name="connsiteX373" fmla="*/ 505721 w 11362354"/>
              <a:gd name="connsiteY373" fmla="*/ 564344 h 1972800"/>
              <a:gd name="connsiteX374" fmla="*/ 505721 w 11362354"/>
              <a:gd name="connsiteY374" fmla="*/ 627199 h 1972800"/>
              <a:gd name="connsiteX375" fmla="*/ 0 w 11362354"/>
              <a:gd name="connsiteY375" fmla="*/ 627199 h 1972800"/>
              <a:gd name="connsiteX376" fmla="*/ 4156173 w 11362354"/>
              <a:gd name="connsiteY376" fmla="*/ 564343 h 1972800"/>
              <a:gd name="connsiteX377" fmla="*/ 4635244 w 11362354"/>
              <a:gd name="connsiteY377" fmla="*/ 564343 h 1972800"/>
              <a:gd name="connsiteX378" fmla="*/ 4649285 w 11362354"/>
              <a:gd name="connsiteY378" fmla="*/ 627198 h 1972800"/>
              <a:gd name="connsiteX379" fmla="*/ 4173561 w 11362354"/>
              <a:gd name="connsiteY379" fmla="*/ 627198 h 1972800"/>
              <a:gd name="connsiteX380" fmla="*/ 4156173 w 11362354"/>
              <a:gd name="connsiteY380" fmla="*/ 564343 h 1972800"/>
              <a:gd name="connsiteX381" fmla="*/ 3330140 w 11362354"/>
              <a:gd name="connsiteY381" fmla="*/ 564343 h 1972800"/>
              <a:gd name="connsiteX382" fmla="*/ 3809216 w 11362354"/>
              <a:gd name="connsiteY382" fmla="*/ 564343 h 1972800"/>
              <a:gd name="connsiteX383" fmla="*/ 3791828 w 11362354"/>
              <a:gd name="connsiteY383" fmla="*/ 627198 h 1972800"/>
              <a:gd name="connsiteX384" fmla="*/ 3316108 w 11362354"/>
              <a:gd name="connsiteY384" fmla="*/ 627198 h 1972800"/>
              <a:gd name="connsiteX385" fmla="*/ 3330140 w 11362354"/>
              <a:gd name="connsiteY385" fmla="*/ 564343 h 1972800"/>
              <a:gd name="connsiteX386" fmla="*/ 11305691 w 11362354"/>
              <a:gd name="connsiteY386" fmla="*/ 441367 h 1972800"/>
              <a:gd name="connsiteX387" fmla="*/ 11306110 w 11362354"/>
              <a:gd name="connsiteY387" fmla="*/ 441367 h 1972800"/>
              <a:gd name="connsiteX388" fmla="*/ 11306110 w 11362354"/>
              <a:gd name="connsiteY388" fmla="*/ 441726 h 1972800"/>
              <a:gd name="connsiteX389" fmla="*/ 10419150 w 11362354"/>
              <a:gd name="connsiteY389" fmla="*/ 441367 h 1972800"/>
              <a:gd name="connsiteX390" fmla="*/ 10893359 w 11362354"/>
              <a:gd name="connsiteY390" fmla="*/ 441367 h 1972800"/>
              <a:gd name="connsiteX391" fmla="*/ 10894757 w 11362354"/>
              <a:gd name="connsiteY391" fmla="*/ 483273 h 1972800"/>
              <a:gd name="connsiteX392" fmla="*/ 10419058 w 11362354"/>
              <a:gd name="connsiteY392" fmla="*/ 483273 h 1972800"/>
              <a:gd name="connsiteX393" fmla="*/ 10417854 w 11362354"/>
              <a:gd name="connsiteY393" fmla="*/ 463084 h 1972800"/>
              <a:gd name="connsiteX394" fmla="*/ 9781432 w 11362354"/>
              <a:gd name="connsiteY394" fmla="*/ 440432 h 1972800"/>
              <a:gd name="connsiteX395" fmla="*/ 10286039 w 11362354"/>
              <a:gd name="connsiteY395" fmla="*/ 440432 h 1972800"/>
              <a:gd name="connsiteX396" fmla="*/ 10286039 w 11362354"/>
              <a:gd name="connsiteY396" fmla="*/ 482250 h 1972800"/>
              <a:gd name="connsiteX397" fmla="*/ 9781432 w 11362354"/>
              <a:gd name="connsiteY397" fmla="*/ 482250 h 1972800"/>
              <a:gd name="connsiteX398" fmla="*/ 8877431 w 11362354"/>
              <a:gd name="connsiteY398" fmla="*/ 440432 h 1972800"/>
              <a:gd name="connsiteX399" fmla="*/ 9382033 w 11362354"/>
              <a:gd name="connsiteY399" fmla="*/ 440432 h 1972800"/>
              <a:gd name="connsiteX400" fmla="*/ 9382033 w 11362354"/>
              <a:gd name="connsiteY400" fmla="*/ 482250 h 1972800"/>
              <a:gd name="connsiteX401" fmla="*/ 8877431 w 11362354"/>
              <a:gd name="connsiteY401" fmla="*/ 482250 h 1972800"/>
              <a:gd name="connsiteX402" fmla="*/ 8042875 w 11362354"/>
              <a:gd name="connsiteY402" fmla="*/ 440432 h 1972800"/>
              <a:gd name="connsiteX403" fmla="*/ 8501703 w 11362354"/>
              <a:gd name="connsiteY403" fmla="*/ 440432 h 1972800"/>
              <a:gd name="connsiteX404" fmla="*/ 8501703 w 11362354"/>
              <a:gd name="connsiteY404" fmla="*/ 482250 h 1972800"/>
              <a:gd name="connsiteX405" fmla="*/ 8042875 w 11362354"/>
              <a:gd name="connsiteY405" fmla="*/ 482250 h 1972800"/>
              <a:gd name="connsiteX406" fmla="*/ 7193139 w 11362354"/>
              <a:gd name="connsiteY406" fmla="*/ 440432 h 1972800"/>
              <a:gd name="connsiteX407" fmla="*/ 7871807 w 11362354"/>
              <a:gd name="connsiteY407" fmla="*/ 440432 h 1972800"/>
              <a:gd name="connsiteX408" fmla="*/ 7891162 w 11362354"/>
              <a:gd name="connsiteY408" fmla="*/ 482250 h 1972800"/>
              <a:gd name="connsiteX409" fmla="*/ 7193139 w 11362354"/>
              <a:gd name="connsiteY409" fmla="*/ 482250 h 1972800"/>
              <a:gd name="connsiteX410" fmla="*/ 6188669 w 11362354"/>
              <a:gd name="connsiteY410" fmla="*/ 440432 h 1972800"/>
              <a:gd name="connsiteX411" fmla="*/ 6674501 w 11362354"/>
              <a:gd name="connsiteY411" fmla="*/ 440432 h 1972800"/>
              <a:gd name="connsiteX412" fmla="*/ 6674501 w 11362354"/>
              <a:gd name="connsiteY412" fmla="*/ 482250 h 1972800"/>
              <a:gd name="connsiteX413" fmla="*/ 6188669 w 11362354"/>
              <a:gd name="connsiteY413" fmla="*/ 482250 h 1972800"/>
              <a:gd name="connsiteX414" fmla="*/ 5574793 w 11362354"/>
              <a:gd name="connsiteY414" fmla="*/ 440432 h 1972800"/>
              <a:gd name="connsiteX415" fmla="*/ 6073294 w 11362354"/>
              <a:gd name="connsiteY415" fmla="*/ 440432 h 1972800"/>
              <a:gd name="connsiteX416" fmla="*/ 6073294 w 11362354"/>
              <a:gd name="connsiteY416" fmla="*/ 482250 h 1972800"/>
              <a:gd name="connsiteX417" fmla="*/ 5574793 w 11362354"/>
              <a:gd name="connsiteY417" fmla="*/ 482250 h 1972800"/>
              <a:gd name="connsiteX418" fmla="*/ 4792811 w 11362354"/>
              <a:gd name="connsiteY418" fmla="*/ 440432 h 1972800"/>
              <a:gd name="connsiteX419" fmla="*/ 5291307 w 11362354"/>
              <a:gd name="connsiteY419" fmla="*/ 440432 h 1972800"/>
              <a:gd name="connsiteX420" fmla="*/ 5291307 w 11362354"/>
              <a:gd name="connsiteY420" fmla="*/ 482250 h 1972800"/>
              <a:gd name="connsiteX421" fmla="*/ 4792811 w 11362354"/>
              <a:gd name="connsiteY421" fmla="*/ 482250 h 1972800"/>
              <a:gd name="connsiteX422" fmla="*/ 2285298 w 11362354"/>
              <a:gd name="connsiteY422" fmla="*/ 440432 h 1972800"/>
              <a:gd name="connsiteX423" fmla="*/ 2771132 w 11362354"/>
              <a:gd name="connsiteY423" fmla="*/ 440432 h 1972800"/>
              <a:gd name="connsiteX424" fmla="*/ 2771132 w 11362354"/>
              <a:gd name="connsiteY424" fmla="*/ 482250 h 1972800"/>
              <a:gd name="connsiteX425" fmla="*/ 2285298 w 11362354"/>
              <a:gd name="connsiteY425" fmla="*/ 482250 h 1972800"/>
              <a:gd name="connsiteX426" fmla="*/ 1688066 w 11362354"/>
              <a:gd name="connsiteY426" fmla="*/ 440432 h 1972800"/>
              <a:gd name="connsiteX427" fmla="*/ 2171374 w 11362354"/>
              <a:gd name="connsiteY427" fmla="*/ 440432 h 1972800"/>
              <a:gd name="connsiteX428" fmla="*/ 2178605 w 11362354"/>
              <a:gd name="connsiteY428" fmla="*/ 482250 h 1972800"/>
              <a:gd name="connsiteX429" fmla="*/ 1717768 w 11362354"/>
              <a:gd name="connsiteY429" fmla="*/ 482250 h 1972800"/>
              <a:gd name="connsiteX430" fmla="*/ 1688066 w 11362354"/>
              <a:gd name="connsiteY430" fmla="*/ 440432 h 1972800"/>
              <a:gd name="connsiteX431" fmla="*/ 985097 w 11362354"/>
              <a:gd name="connsiteY431" fmla="*/ 440432 h 1972800"/>
              <a:gd name="connsiteX432" fmla="*/ 1469893 w 11362354"/>
              <a:gd name="connsiteY432" fmla="*/ 440432 h 1972800"/>
              <a:gd name="connsiteX433" fmla="*/ 1469893 w 11362354"/>
              <a:gd name="connsiteY433" fmla="*/ 482250 h 1972800"/>
              <a:gd name="connsiteX434" fmla="*/ 985097 w 11362354"/>
              <a:gd name="connsiteY434" fmla="*/ 482250 h 1972800"/>
              <a:gd name="connsiteX435" fmla="*/ 0 w 11362354"/>
              <a:gd name="connsiteY435" fmla="*/ 440432 h 1972800"/>
              <a:gd name="connsiteX436" fmla="*/ 505721 w 11362354"/>
              <a:gd name="connsiteY436" fmla="*/ 440432 h 1972800"/>
              <a:gd name="connsiteX437" fmla="*/ 505721 w 11362354"/>
              <a:gd name="connsiteY437" fmla="*/ 482250 h 1972800"/>
              <a:gd name="connsiteX438" fmla="*/ 0 w 11362354"/>
              <a:gd name="connsiteY438" fmla="*/ 482250 h 1972800"/>
              <a:gd name="connsiteX439" fmla="*/ 4093268 w 11362354"/>
              <a:gd name="connsiteY439" fmla="*/ 440431 h 1972800"/>
              <a:gd name="connsiteX440" fmla="*/ 4597023 w 11362354"/>
              <a:gd name="connsiteY440" fmla="*/ 440431 h 1972800"/>
              <a:gd name="connsiteX441" fmla="*/ 4611768 w 11362354"/>
              <a:gd name="connsiteY441" fmla="*/ 482249 h 1972800"/>
              <a:gd name="connsiteX442" fmla="*/ 4120709 w 11362354"/>
              <a:gd name="connsiteY442" fmla="*/ 482249 h 1972800"/>
              <a:gd name="connsiteX443" fmla="*/ 4093268 w 11362354"/>
              <a:gd name="connsiteY443" fmla="*/ 440431 h 1972800"/>
              <a:gd name="connsiteX444" fmla="*/ 3368371 w 11362354"/>
              <a:gd name="connsiteY444" fmla="*/ 440431 h 1972800"/>
              <a:gd name="connsiteX445" fmla="*/ 3872116 w 11362354"/>
              <a:gd name="connsiteY445" fmla="*/ 440431 h 1972800"/>
              <a:gd name="connsiteX446" fmla="*/ 3844680 w 11362354"/>
              <a:gd name="connsiteY446" fmla="*/ 482249 h 1972800"/>
              <a:gd name="connsiteX447" fmla="*/ 3353616 w 11362354"/>
              <a:gd name="connsiteY447" fmla="*/ 482249 h 1972800"/>
              <a:gd name="connsiteX448" fmla="*/ 3368371 w 11362354"/>
              <a:gd name="connsiteY448" fmla="*/ 440431 h 1972800"/>
              <a:gd name="connsiteX449" fmla="*/ 11223979 w 11362354"/>
              <a:gd name="connsiteY449" fmla="*/ 437563 h 1972800"/>
              <a:gd name="connsiteX450" fmla="*/ 11304274 w 11362354"/>
              <a:gd name="connsiteY450" fmla="*/ 437563 h 1972800"/>
              <a:gd name="connsiteX451" fmla="*/ 11304274 w 11362354"/>
              <a:gd name="connsiteY451" fmla="*/ 487440 h 1972800"/>
              <a:gd name="connsiteX452" fmla="*/ 11274504 w 11362354"/>
              <a:gd name="connsiteY452" fmla="*/ 487440 h 1972800"/>
              <a:gd name="connsiteX453" fmla="*/ 10437485 w 11362354"/>
              <a:gd name="connsiteY453" fmla="*/ 312620 h 1972800"/>
              <a:gd name="connsiteX454" fmla="*/ 11305204 w 11362354"/>
              <a:gd name="connsiteY454" fmla="*/ 312620 h 1972800"/>
              <a:gd name="connsiteX455" fmla="*/ 11305204 w 11362354"/>
              <a:gd name="connsiteY455" fmla="*/ 323517 h 1972800"/>
              <a:gd name="connsiteX456" fmla="*/ 11306110 w 11362354"/>
              <a:gd name="connsiteY456" fmla="*/ 323517 h 1972800"/>
              <a:gd name="connsiteX457" fmla="*/ 11306110 w 11362354"/>
              <a:gd name="connsiteY457" fmla="*/ 351547 h 1972800"/>
              <a:gd name="connsiteX458" fmla="*/ 11306110 w 11362354"/>
              <a:gd name="connsiteY458" fmla="*/ 359098 h 1972800"/>
              <a:gd name="connsiteX459" fmla="*/ 11305204 w 11362354"/>
              <a:gd name="connsiteY459" fmla="*/ 359098 h 1972800"/>
              <a:gd name="connsiteX460" fmla="*/ 11305204 w 11362354"/>
              <a:gd name="connsiteY460" fmla="*/ 363528 h 1972800"/>
              <a:gd name="connsiteX461" fmla="*/ 10423824 w 11362354"/>
              <a:gd name="connsiteY461" fmla="*/ 363528 h 1972800"/>
              <a:gd name="connsiteX462" fmla="*/ 10429797 w 11362354"/>
              <a:gd name="connsiteY462" fmla="*/ 336441 h 1972800"/>
              <a:gd name="connsiteX463" fmla="*/ 9781432 w 11362354"/>
              <a:gd name="connsiteY463" fmla="*/ 312620 h 1972800"/>
              <a:gd name="connsiteX464" fmla="*/ 10286039 w 11362354"/>
              <a:gd name="connsiteY464" fmla="*/ 312620 h 1972800"/>
              <a:gd name="connsiteX465" fmla="*/ 10286039 w 11362354"/>
              <a:gd name="connsiteY465" fmla="*/ 322833 h 1972800"/>
              <a:gd name="connsiteX466" fmla="*/ 10286039 w 11362354"/>
              <a:gd name="connsiteY466" fmla="*/ 358338 h 1972800"/>
              <a:gd name="connsiteX467" fmla="*/ 10286039 w 11362354"/>
              <a:gd name="connsiteY467" fmla="*/ 358339 h 1972800"/>
              <a:gd name="connsiteX468" fmla="*/ 9781432 w 11362354"/>
              <a:gd name="connsiteY468" fmla="*/ 358339 h 1972800"/>
              <a:gd name="connsiteX469" fmla="*/ 9781432 w 11362354"/>
              <a:gd name="connsiteY469" fmla="*/ 358338 h 1972800"/>
              <a:gd name="connsiteX470" fmla="*/ 9781432 w 11362354"/>
              <a:gd name="connsiteY470" fmla="*/ 322833 h 1972800"/>
              <a:gd name="connsiteX471" fmla="*/ 8611213 w 11362354"/>
              <a:gd name="connsiteY471" fmla="*/ 312620 h 1972800"/>
              <a:gd name="connsiteX472" fmla="*/ 9666891 w 11362354"/>
              <a:gd name="connsiteY472" fmla="*/ 312620 h 1972800"/>
              <a:gd name="connsiteX473" fmla="*/ 9666891 w 11362354"/>
              <a:gd name="connsiteY473" fmla="*/ 322833 h 1972800"/>
              <a:gd name="connsiteX474" fmla="*/ 9668568 w 11362354"/>
              <a:gd name="connsiteY474" fmla="*/ 322833 h 1972800"/>
              <a:gd name="connsiteX475" fmla="*/ 9668568 w 11362354"/>
              <a:gd name="connsiteY475" fmla="*/ 358338 h 1972800"/>
              <a:gd name="connsiteX476" fmla="*/ 9666891 w 11362354"/>
              <a:gd name="connsiteY476" fmla="*/ 358338 h 1972800"/>
              <a:gd name="connsiteX477" fmla="*/ 9666891 w 11362354"/>
              <a:gd name="connsiteY477" fmla="*/ 358339 h 1972800"/>
              <a:gd name="connsiteX478" fmla="*/ 8611213 w 11362354"/>
              <a:gd name="connsiteY478" fmla="*/ 358339 h 1972800"/>
              <a:gd name="connsiteX479" fmla="*/ 8037009 w 11362354"/>
              <a:gd name="connsiteY479" fmla="*/ 312620 h 1972800"/>
              <a:gd name="connsiteX480" fmla="*/ 8500026 w 11362354"/>
              <a:gd name="connsiteY480" fmla="*/ 312620 h 1972800"/>
              <a:gd name="connsiteX481" fmla="*/ 8500026 w 11362354"/>
              <a:gd name="connsiteY481" fmla="*/ 322833 h 1972800"/>
              <a:gd name="connsiteX482" fmla="*/ 8501703 w 11362354"/>
              <a:gd name="connsiteY482" fmla="*/ 322833 h 1972800"/>
              <a:gd name="connsiteX483" fmla="*/ 8501703 w 11362354"/>
              <a:gd name="connsiteY483" fmla="*/ 358338 h 1972800"/>
              <a:gd name="connsiteX484" fmla="*/ 8500026 w 11362354"/>
              <a:gd name="connsiteY484" fmla="*/ 358338 h 1972800"/>
              <a:gd name="connsiteX485" fmla="*/ 8500026 w 11362354"/>
              <a:gd name="connsiteY485" fmla="*/ 358339 h 1972800"/>
              <a:gd name="connsiteX486" fmla="*/ 8037009 w 11362354"/>
              <a:gd name="connsiteY486" fmla="*/ 358339 h 1972800"/>
              <a:gd name="connsiteX487" fmla="*/ 7193139 w 11362354"/>
              <a:gd name="connsiteY487" fmla="*/ 312620 h 1972800"/>
              <a:gd name="connsiteX488" fmla="*/ 7812777 w 11362354"/>
              <a:gd name="connsiteY488" fmla="*/ 312620 h 1972800"/>
              <a:gd name="connsiteX489" fmla="*/ 7833342 w 11362354"/>
              <a:gd name="connsiteY489" fmla="*/ 357178 h 1972800"/>
              <a:gd name="connsiteX490" fmla="*/ 7833342 w 11362354"/>
              <a:gd name="connsiteY490" fmla="*/ 357314 h 1972800"/>
              <a:gd name="connsiteX491" fmla="*/ 7833816 w 11362354"/>
              <a:gd name="connsiteY491" fmla="*/ 358338 h 1972800"/>
              <a:gd name="connsiteX492" fmla="*/ 7833342 w 11362354"/>
              <a:gd name="connsiteY492" fmla="*/ 358338 h 1972800"/>
              <a:gd name="connsiteX493" fmla="*/ 7833342 w 11362354"/>
              <a:gd name="connsiteY493" fmla="*/ 358339 h 1972800"/>
              <a:gd name="connsiteX494" fmla="*/ 7193139 w 11362354"/>
              <a:gd name="connsiteY494" fmla="*/ 358339 h 1972800"/>
              <a:gd name="connsiteX495" fmla="*/ 7193139 w 11362354"/>
              <a:gd name="connsiteY495" fmla="*/ 358338 h 1972800"/>
              <a:gd name="connsiteX496" fmla="*/ 7193139 w 11362354"/>
              <a:gd name="connsiteY496" fmla="*/ 322833 h 1972800"/>
              <a:gd name="connsiteX497" fmla="*/ 6184479 w 11362354"/>
              <a:gd name="connsiteY497" fmla="*/ 312620 h 1972800"/>
              <a:gd name="connsiteX498" fmla="*/ 7080274 w 11362354"/>
              <a:gd name="connsiteY498" fmla="*/ 312620 h 1972800"/>
              <a:gd name="connsiteX499" fmla="*/ 7080274 w 11362354"/>
              <a:gd name="connsiteY499" fmla="*/ 322833 h 1972800"/>
              <a:gd name="connsiteX500" fmla="*/ 7080275 w 11362354"/>
              <a:gd name="connsiteY500" fmla="*/ 322833 h 1972800"/>
              <a:gd name="connsiteX501" fmla="*/ 7080275 w 11362354"/>
              <a:gd name="connsiteY501" fmla="*/ 358338 h 1972800"/>
              <a:gd name="connsiteX502" fmla="*/ 7080274 w 11362354"/>
              <a:gd name="connsiteY502" fmla="*/ 358338 h 1972800"/>
              <a:gd name="connsiteX503" fmla="*/ 7080274 w 11362354"/>
              <a:gd name="connsiteY503" fmla="*/ 358339 h 1972800"/>
              <a:gd name="connsiteX504" fmla="*/ 6184479 w 11362354"/>
              <a:gd name="connsiteY504" fmla="*/ 358339 h 1972800"/>
              <a:gd name="connsiteX505" fmla="*/ 5574793 w 11362354"/>
              <a:gd name="connsiteY505" fmla="*/ 312620 h 1972800"/>
              <a:gd name="connsiteX506" fmla="*/ 6073294 w 11362354"/>
              <a:gd name="connsiteY506" fmla="*/ 312620 h 1972800"/>
              <a:gd name="connsiteX507" fmla="*/ 6073294 w 11362354"/>
              <a:gd name="connsiteY507" fmla="*/ 322833 h 1972800"/>
              <a:gd name="connsiteX508" fmla="*/ 6073294 w 11362354"/>
              <a:gd name="connsiteY508" fmla="*/ 358338 h 1972800"/>
              <a:gd name="connsiteX509" fmla="*/ 6073294 w 11362354"/>
              <a:gd name="connsiteY509" fmla="*/ 358339 h 1972800"/>
              <a:gd name="connsiteX510" fmla="*/ 5574793 w 11362354"/>
              <a:gd name="connsiteY510" fmla="*/ 358339 h 1972800"/>
              <a:gd name="connsiteX511" fmla="*/ 5574793 w 11362354"/>
              <a:gd name="connsiteY511" fmla="*/ 358338 h 1972800"/>
              <a:gd name="connsiteX512" fmla="*/ 5574793 w 11362354"/>
              <a:gd name="connsiteY512" fmla="*/ 322833 h 1972800"/>
              <a:gd name="connsiteX513" fmla="*/ 4792811 w 11362354"/>
              <a:gd name="connsiteY513" fmla="*/ 312620 h 1972800"/>
              <a:gd name="connsiteX514" fmla="*/ 5291307 w 11362354"/>
              <a:gd name="connsiteY514" fmla="*/ 312620 h 1972800"/>
              <a:gd name="connsiteX515" fmla="*/ 5291307 w 11362354"/>
              <a:gd name="connsiteY515" fmla="*/ 322833 h 1972800"/>
              <a:gd name="connsiteX516" fmla="*/ 5291307 w 11362354"/>
              <a:gd name="connsiteY516" fmla="*/ 358338 h 1972800"/>
              <a:gd name="connsiteX517" fmla="*/ 5291307 w 11362354"/>
              <a:gd name="connsiteY517" fmla="*/ 358339 h 1972800"/>
              <a:gd name="connsiteX518" fmla="*/ 4792811 w 11362354"/>
              <a:gd name="connsiteY518" fmla="*/ 358339 h 1972800"/>
              <a:gd name="connsiteX519" fmla="*/ 4792811 w 11362354"/>
              <a:gd name="connsiteY519" fmla="*/ 358338 h 1972800"/>
              <a:gd name="connsiteX520" fmla="*/ 4792811 w 11362354"/>
              <a:gd name="connsiteY520" fmla="*/ 322833 h 1972800"/>
              <a:gd name="connsiteX521" fmla="*/ 2285298 w 11362354"/>
              <a:gd name="connsiteY521" fmla="*/ 312620 h 1972800"/>
              <a:gd name="connsiteX522" fmla="*/ 3183254 w 11362354"/>
              <a:gd name="connsiteY522" fmla="*/ 312620 h 1972800"/>
              <a:gd name="connsiteX523" fmla="*/ 3183254 w 11362354"/>
              <a:gd name="connsiteY523" fmla="*/ 322833 h 1972800"/>
              <a:gd name="connsiteX524" fmla="*/ 3183254 w 11362354"/>
              <a:gd name="connsiteY524" fmla="*/ 358338 h 1972800"/>
              <a:gd name="connsiteX525" fmla="*/ 3183254 w 11362354"/>
              <a:gd name="connsiteY525" fmla="*/ 358339 h 1972800"/>
              <a:gd name="connsiteX526" fmla="*/ 2285298 w 11362354"/>
              <a:gd name="connsiteY526" fmla="*/ 358339 h 1972800"/>
              <a:gd name="connsiteX527" fmla="*/ 2285298 w 11362354"/>
              <a:gd name="connsiteY527" fmla="*/ 358338 h 1972800"/>
              <a:gd name="connsiteX528" fmla="*/ 2285298 w 11362354"/>
              <a:gd name="connsiteY528" fmla="*/ 322833 h 1972800"/>
              <a:gd name="connsiteX529" fmla="*/ 985097 w 11362354"/>
              <a:gd name="connsiteY529" fmla="*/ 312620 h 1972800"/>
              <a:gd name="connsiteX530" fmla="*/ 2135110 w 11362354"/>
              <a:gd name="connsiteY530" fmla="*/ 312620 h 1972800"/>
              <a:gd name="connsiteX531" fmla="*/ 2148730 w 11362354"/>
              <a:gd name="connsiteY531" fmla="*/ 358335 h 1972800"/>
              <a:gd name="connsiteX532" fmla="*/ 2148731 w 11362354"/>
              <a:gd name="connsiteY532" fmla="*/ 358338 h 1972800"/>
              <a:gd name="connsiteX533" fmla="*/ 2148731 w 11362354"/>
              <a:gd name="connsiteY533" fmla="*/ 358339 h 1972800"/>
              <a:gd name="connsiteX534" fmla="*/ 985097 w 11362354"/>
              <a:gd name="connsiteY534" fmla="*/ 358339 h 1972800"/>
              <a:gd name="connsiteX535" fmla="*/ 985097 w 11362354"/>
              <a:gd name="connsiteY535" fmla="*/ 358338 h 1972800"/>
              <a:gd name="connsiteX536" fmla="*/ 985097 w 11362354"/>
              <a:gd name="connsiteY536" fmla="*/ 322833 h 1972800"/>
              <a:gd name="connsiteX537" fmla="*/ 0 w 11362354"/>
              <a:gd name="connsiteY537" fmla="*/ 312620 h 1972800"/>
              <a:gd name="connsiteX538" fmla="*/ 877145 w 11362354"/>
              <a:gd name="connsiteY538" fmla="*/ 312620 h 1972800"/>
              <a:gd name="connsiteX539" fmla="*/ 877145 w 11362354"/>
              <a:gd name="connsiteY539" fmla="*/ 322833 h 1972800"/>
              <a:gd name="connsiteX540" fmla="*/ 877145 w 11362354"/>
              <a:gd name="connsiteY540" fmla="*/ 358338 h 1972800"/>
              <a:gd name="connsiteX541" fmla="*/ 877145 w 11362354"/>
              <a:gd name="connsiteY541" fmla="*/ 358339 h 1972800"/>
              <a:gd name="connsiteX542" fmla="*/ 0 w 11362354"/>
              <a:gd name="connsiteY542" fmla="*/ 358339 h 1972800"/>
              <a:gd name="connsiteX543" fmla="*/ 0 w 11362354"/>
              <a:gd name="connsiteY543" fmla="*/ 358338 h 1972800"/>
              <a:gd name="connsiteX544" fmla="*/ 0 w 11362354"/>
              <a:gd name="connsiteY544" fmla="*/ 322833 h 1972800"/>
              <a:gd name="connsiteX545" fmla="*/ 3426524 w 11362354"/>
              <a:gd name="connsiteY545" fmla="*/ 311140 h 1972800"/>
              <a:gd name="connsiteX546" fmla="*/ 4541246 w 11362354"/>
              <a:gd name="connsiteY546" fmla="*/ 311140 h 1972800"/>
              <a:gd name="connsiteX547" fmla="*/ 4565836 w 11362354"/>
              <a:gd name="connsiteY547" fmla="*/ 363528 h 1972800"/>
              <a:gd name="connsiteX548" fmla="*/ 3720591 w 11362354"/>
              <a:gd name="connsiteY548" fmla="*/ 363528 h 1972800"/>
              <a:gd name="connsiteX549" fmla="*/ 3720591 w 11362354"/>
              <a:gd name="connsiteY549" fmla="*/ 361147 h 1972800"/>
              <a:gd name="connsiteX550" fmla="*/ 3403052 w 11362354"/>
              <a:gd name="connsiteY550" fmla="*/ 361147 h 1972800"/>
              <a:gd name="connsiteX551" fmla="*/ 10479636 w 11362354"/>
              <a:gd name="connsiteY551" fmla="*/ 204267 h 1972800"/>
              <a:gd name="connsiteX552" fmla="*/ 10671926 w 11362354"/>
              <a:gd name="connsiteY552" fmla="*/ 204267 h 1972800"/>
              <a:gd name="connsiteX553" fmla="*/ 11306110 w 11362354"/>
              <a:gd name="connsiteY553" fmla="*/ 204267 h 1972800"/>
              <a:gd name="connsiteX554" fmla="*/ 11306110 w 11362354"/>
              <a:gd name="connsiteY554" fmla="*/ 241250 h 1972800"/>
              <a:gd name="connsiteX555" fmla="*/ 10671926 w 11362354"/>
              <a:gd name="connsiteY555" fmla="*/ 241250 h 1972800"/>
              <a:gd name="connsiteX556" fmla="*/ 10463420 w 11362354"/>
              <a:gd name="connsiteY556" fmla="*/ 241250 h 1972800"/>
              <a:gd name="connsiteX557" fmla="*/ 9781432 w 11362354"/>
              <a:gd name="connsiteY557" fmla="*/ 203834 h 1972800"/>
              <a:gd name="connsiteX558" fmla="*/ 10286039 w 11362354"/>
              <a:gd name="connsiteY558" fmla="*/ 203834 h 1972800"/>
              <a:gd name="connsiteX559" fmla="*/ 10286039 w 11362354"/>
              <a:gd name="connsiteY559" fmla="*/ 240739 h 1972800"/>
              <a:gd name="connsiteX560" fmla="*/ 9781432 w 11362354"/>
              <a:gd name="connsiteY560" fmla="*/ 240739 h 1972800"/>
              <a:gd name="connsiteX561" fmla="*/ 8612890 w 11362354"/>
              <a:gd name="connsiteY561" fmla="*/ 203834 h 1972800"/>
              <a:gd name="connsiteX562" fmla="*/ 9668568 w 11362354"/>
              <a:gd name="connsiteY562" fmla="*/ 203834 h 1972800"/>
              <a:gd name="connsiteX563" fmla="*/ 9668568 w 11362354"/>
              <a:gd name="connsiteY563" fmla="*/ 240739 h 1972800"/>
              <a:gd name="connsiteX564" fmla="*/ 8612890 w 11362354"/>
              <a:gd name="connsiteY564" fmla="*/ 240739 h 1972800"/>
              <a:gd name="connsiteX565" fmla="*/ 8042875 w 11362354"/>
              <a:gd name="connsiteY565" fmla="*/ 203834 h 1972800"/>
              <a:gd name="connsiteX566" fmla="*/ 8501703 w 11362354"/>
              <a:gd name="connsiteY566" fmla="*/ 203834 h 1972800"/>
              <a:gd name="connsiteX567" fmla="*/ 8501703 w 11362354"/>
              <a:gd name="connsiteY567" fmla="*/ 240739 h 1972800"/>
              <a:gd name="connsiteX568" fmla="*/ 8042875 w 11362354"/>
              <a:gd name="connsiteY568" fmla="*/ 240739 h 1972800"/>
              <a:gd name="connsiteX569" fmla="*/ 7193139 w 11362354"/>
              <a:gd name="connsiteY569" fmla="*/ 203834 h 1972800"/>
              <a:gd name="connsiteX570" fmla="*/ 7762309 w 11362354"/>
              <a:gd name="connsiteY570" fmla="*/ 203834 h 1972800"/>
              <a:gd name="connsiteX571" fmla="*/ 7779389 w 11362354"/>
              <a:gd name="connsiteY571" fmla="*/ 240739 h 1972800"/>
              <a:gd name="connsiteX572" fmla="*/ 7193139 w 11362354"/>
              <a:gd name="connsiteY572" fmla="*/ 240739 h 1972800"/>
              <a:gd name="connsiteX573" fmla="*/ 6188669 w 11362354"/>
              <a:gd name="connsiteY573" fmla="*/ 203834 h 1972800"/>
              <a:gd name="connsiteX574" fmla="*/ 7080275 w 11362354"/>
              <a:gd name="connsiteY574" fmla="*/ 203834 h 1972800"/>
              <a:gd name="connsiteX575" fmla="*/ 7080275 w 11362354"/>
              <a:gd name="connsiteY575" fmla="*/ 240739 h 1972800"/>
              <a:gd name="connsiteX576" fmla="*/ 6188669 w 11362354"/>
              <a:gd name="connsiteY576" fmla="*/ 240739 h 1972800"/>
              <a:gd name="connsiteX577" fmla="*/ 5574793 w 11362354"/>
              <a:gd name="connsiteY577" fmla="*/ 203834 h 1972800"/>
              <a:gd name="connsiteX578" fmla="*/ 6073294 w 11362354"/>
              <a:gd name="connsiteY578" fmla="*/ 203834 h 1972800"/>
              <a:gd name="connsiteX579" fmla="*/ 6073294 w 11362354"/>
              <a:gd name="connsiteY579" fmla="*/ 240739 h 1972800"/>
              <a:gd name="connsiteX580" fmla="*/ 5574793 w 11362354"/>
              <a:gd name="connsiteY580" fmla="*/ 240739 h 1972800"/>
              <a:gd name="connsiteX581" fmla="*/ 4792811 w 11362354"/>
              <a:gd name="connsiteY581" fmla="*/ 203834 h 1972800"/>
              <a:gd name="connsiteX582" fmla="*/ 5291307 w 11362354"/>
              <a:gd name="connsiteY582" fmla="*/ 203834 h 1972800"/>
              <a:gd name="connsiteX583" fmla="*/ 5291307 w 11362354"/>
              <a:gd name="connsiteY583" fmla="*/ 240739 h 1972800"/>
              <a:gd name="connsiteX584" fmla="*/ 4792811 w 11362354"/>
              <a:gd name="connsiteY584" fmla="*/ 240739 h 1972800"/>
              <a:gd name="connsiteX585" fmla="*/ 2285298 w 11362354"/>
              <a:gd name="connsiteY585" fmla="*/ 203834 h 1972800"/>
              <a:gd name="connsiteX586" fmla="*/ 3183254 w 11362354"/>
              <a:gd name="connsiteY586" fmla="*/ 203834 h 1972800"/>
              <a:gd name="connsiteX587" fmla="*/ 3183254 w 11362354"/>
              <a:gd name="connsiteY587" fmla="*/ 240739 h 1972800"/>
              <a:gd name="connsiteX588" fmla="*/ 2285298 w 11362354"/>
              <a:gd name="connsiteY588" fmla="*/ 240739 h 1972800"/>
              <a:gd name="connsiteX589" fmla="*/ 985097 w 11362354"/>
              <a:gd name="connsiteY589" fmla="*/ 203834 h 1972800"/>
              <a:gd name="connsiteX590" fmla="*/ 2069184 w 11362354"/>
              <a:gd name="connsiteY590" fmla="*/ 203834 h 1972800"/>
              <a:gd name="connsiteX591" fmla="*/ 2093941 w 11362354"/>
              <a:gd name="connsiteY591" fmla="*/ 240739 h 1972800"/>
              <a:gd name="connsiteX592" fmla="*/ 985097 w 11362354"/>
              <a:gd name="connsiteY592" fmla="*/ 240739 h 1972800"/>
              <a:gd name="connsiteX593" fmla="*/ 0 w 11362354"/>
              <a:gd name="connsiteY593" fmla="*/ 203834 h 1972800"/>
              <a:gd name="connsiteX594" fmla="*/ 877145 w 11362354"/>
              <a:gd name="connsiteY594" fmla="*/ 203834 h 1972800"/>
              <a:gd name="connsiteX595" fmla="*/ 877145 w 11362354"/>
              <a:gd name="connsiteY595" fmla="*/ 240739 h 1972800"/>
              <a:gd name="connsiteX596" fmla="*/ 0 w 11362354"/>
              <a:gd name="connsiteY596" fmla="*/ 240739 h 1972800"/>
              <a:gd name="connsiteX597" fmla="*/ 3491565 w 11362354"/>
              <a:gd name="connsiteY597" fmla="*/ 203833 h 1972800"/>
              <a:gd name="connsiteX598" fmla="*/ 4473824 w 11362354"/>
              <a:gd name="connsiteY598" fmla="*/ 203833 h 1972800"/>
              <a:gd name="connsiteX599" fmla="*/ 4499119 w 11362354"/>
              <a:gd name="connsiteY599" fmla="*/ 240738 h 1972800"/>
              <a:gd name="connsiteX600" fmla="*/ 3466269 w 11362354"/>
              <a:gd name="connsiteY600" fmla="*/ 240738 h 1972800"/>
              <a:gd name="connsiteX601" fmla="*/ 3491565 w 11362354"/>
              <a:gd name="connsiteY601" fmla="*/ 203833 h 1972800"/>
              <a:gd name="connsiteX602" fmla="*/ 10550205 w 11362354"/>
              <a:gd name="connsiteY602" fmla="*/ 96959 h 1972800"/>
              <a:gd name="connsiteX603" fmla="*/ 10671926 w 11362354"/>
              <a:gd name="connsiteY603" fmla="*/ 96959 h 1972800"/>
              <a:gd name="connsiteX604" fmla="*/ 11306110 w 11362354"/>
              <a:gd name="connsiteY604" fmla="*/ 96959 h 1972800"/>
              <a:gd name="connsiteX605" fmla="*/ 11306110 w 11362354"/>
              <a:gd name="connsiteY605" fmla="*/ 121993 h 1972800"/>
              <a:gd name="connsiteX606" fmla="*/ 10671926 w 11362354"/>
              <a:gd name="connsiteY606" fmla="*/ 121993 h 1972800"/>
              <a:gd name="connsiteX607" fmla="*/ 10531544 w 11362354"/>
              <a:gd name="connsiteY607" fmla="*/ 121993 h 1972800"/>
              <a:gd name="connsiteX608" fmla="*/ 9781432 w 11362354"/>
              <a:gd name="connsiteY608" fmla="*/ 96753 h 1972800"/>
              <a:gd name="connsiteX609" fmla="*/ 10286039 w 11362354"/>
              <a:gd name="connsiteY609" fmla="*/ 96753 h 1972800"/>
              <a:gd name="connsiteX610" fmla="*/ 10286039 w 11362354"/>
              <a:gd name="connsiteY610" fmla="*/ 121735 h 1972800"/>
              <a:gd name="connsiteX611" fmla="*/ 9781432 w 11362354"/>
              <a:gd name="connsiteY611" fmla="*/ 121735 h 1972800"/>
              <a:gd name="connsiteX612" fmla="*/ 8612890 w 11362354"/>
              <a:gd name="connsiteY612" fmla="*/ 96753 h 1972800"/>
              <a:gd name="connsiteX613" fmla="*/ 9668568 w 11362354"/>
              <a:gd name="connsiteY613" fmla="*/ 96753 h 1972800"/>
              <a:gd name="connsiteX614" fmla="*/ 9668568 w 11362354"/>
              <a:gd name="connsiteY614" fmla="*/ 121735 h 1972800"/>
              <a:gd name="connsiteX615" fmla="*/ 8612890 w 11362354"/>
              <a:gd name="connsiteY615" fmla="*/ 121735 h 1972800"/>
              <a:gd name="connsiteX616" fmla="*/ 8042875 w 11362354"/>
              <a:gd name="connsiteY616" fmla="*/ 96753 h 1972800"/>
              <a:gd name="connsiteX617" fmla="*/ 8501703 w 11362354"/>
              <a:gd name="connsiteY617" fmla="*/ 96753 h 1972800"/>
              <a:gd name="connsiteX618" fmla="*/ 8501703 w 11362354"/>
              <a:gd name="connsiteY618" fmla="*/ 121735 h 1972800"/>
              <a:gd name="connsiteX619" fmla="*/ 8042875 w 11362354"/>
              <a:gd name="connsiteY619" fmla="*/ 121735 h 1972800"/>
              <a:gd name="connsiteX620" fmla="*/ 7193139 w 11362354"/>
              <a:gd name="connsiteY620" fmla="*/ 96753 h 1972800"/>
              <a:gd name="connsiteX621" fmla="*/ 7712749 w 11362354"/>
              <a:gd name="connsiteY621" fmla="*/ 96753 h 1972800"/>
              <a:gd name="connsiteX622" fmla="*/ 7724312 w 11362354"/>
              <a:gd name="connsiteY622" fmla="*/ 121735 h 1972800"/>
              <a:gd name="connsiteX623" fmla="*/ 7193139 w 11362354"/>
              <a:gd name="connsiteY623" fmla="*/ 121735 h 1972800"/>
              <a:gd name="connsiteX624" fmla="*/ 6188669 w 11362354"/>
              <a:gd name="connsiteY624" fmla="*/ 96753 h 1972800"/>
              <a:gd name="connsiteX625" fmla="*/ 7080275 w 11362354"/>
              <a:gd name="connsiteY625" fmla="*/ 96753 h 1972800"/>
              <a:gd name="connsiteX626" fmla="*/ 7080275 w 11362354"/>
              <a:gd name="connsiteY626" fmla="*/ 121735 h 1972800"/>
              <a:gd name="connsiteX627" fmla="*/ 6188669 w 11362354"/>
              <a:gd name="connsiteY627" fmla="*/ 121735 h 1972800"/>
              <a:gd name="connsiteX628" fmla="*/ 5574793 w 11362354"/>
              <a:gd name="connsiteY628" fmla="*/ 96753 h 1972800"/>
              <a:gd name="connsiteX629" fmla="*/ 6073294 w 11362354"/>
              <a:gd name="connsiteY629" fmla="*/ 96753 h 1972800"/>
              <a:gd name="connsiteX630" fmla="*/ 6073294 w 11362354"/>
              <a:gd name="connsiteY630" fmla="*/ 121735 h 1972800"/>
              <a:gd name="connsiteX631" fmla="*/ 5574793 w 11362354"/>
              <a:gd name="connsiteY631" fmla="*/ 121735 h 1972800"/>
              <a:gd name="connsiteX632" fmla="*/ 4792811 w 11362354"/>
              <a:gd name="connsiteY632" fmla="*/ 96753 h 1972800"/>
              <a:gd name="connsiteX633" fmla="*/ 5291307 w 11362354"/>
              <a:gd name="connsiteY633" fmla="*/ 96753 h 1972800"/>
              <a:gd name="connsiteX634" fmla="*/ 5291307 w 11362354"/>
              <a:gd name="connsiteY634" fmla="*/ 121735 h 1972800"/>
              <a:gd name="connsiteX635" fmla="*/ 4792811 w 11362354"/>
              <a:gd name="connsiteY635" fmla="*/ 121735 h 1972800"/>
              <a:gd name="connsiteX636" fmla="*/ 2285298 w 11362354"/>
              <a:gd name="connsiteY636" fmla="*/ 96753 h 1972800"/>
              <a:gd name="connsiteX637" fmla="*/ 3183254 w 11362354"/>
              <a:gd name="connsiteY637" fmla="*/ 96753 h 1972800"/>
              <a:gd name="connsiteX638" fmla="*/ 3183254 w 11362354"/>
              <a:gd name="connsiteY638" fmla="*/ 121735 h 1972800"/>
              <a:gd name="connsiteX639" fmla="*/ 2285298 w 11362354"/>
              <a:gd name="connsiteY639" fmla="*/ 121735 h 1972800"/>
              <a:gd name="connsiteX640" fmla="*/ 985097 w 11362354"/>
              <a:gd name="connsiteY640" fmla="*/ 96753 h 1972800"/>
              <a:gd name="connsiteX641" fmla="*/ 1978552 w 11362354"/>
              <a:gd name="connsiteY641" fmla="*/ 96753 h 1972800"/>
              <a:gd name="connsiteX642" fmla="*/ 2002599 w 11362354"/>
              <a:gd name="connsiteY642" fmla="*/ 121735 h 1972800"/>
              <a:gd name="connsiteX643" fmla="*/ 985097 w 11362354"/>
              <a:gd name="connsiteY643" fmla="*/ 121735 h 1972800"/>
              <a:gd name="connsiteX644" fmla="*/ 0 w 11362354"/>
              <a:gd name="connsiteY644" fmla="*/ 96753 h 1972800"/>
              <a:gd name="connsiteX645" fmla="*/ 877145 w 11362354"/>
              <a:gd name="connsiteY645" fmla="*/ 96753 h 1972800"/>
              <a:gd name="connsiteX646" fmla="*/ 877145 w 11362354"/>
              <a:gd name="connsiteY646" fmla="*/ 121735 h 1972800"/>
              <a:gd name="connsiteX647" fmla="*/ 0 w 11362354"/>
              <a:gd name="connsiteY647" fmla="*/ 121735 h 1972800"/>
              <a:gd name="connsiteX648" fmla="*/ 3581580 w 11362354"/>
              <a:gd name="connsiteY648" fmla="*/ 96752 h 1972800"/>
              <a:gd name="connsiteX649" fmla="*/ 4383809 w 11362354"/>
              <a:gd name="connsiteY649" fmla="*/ 96752 h 1972800"/>
              <a:gd name="connsiteX650" fmla="*/ 4407456 w 11362354"/>
              <a:gd name="connsiteY650" fmla="*/ 121734 h 1972800"/>
              <a:gd name="connsiteX651" fmla="*/ 3557933 w 11362354"/>
              <a:gd name="connsiteY651" fmla="*/ 121734 h 1972800"/>
              <a:gd name="connsiteX652" fmla="*/ 3581580 w 11362354"/>
              <a:gd name="connsiteY652" fmla="*/ 96752 h 1972800"/>
              <a:gd name="connsiteX653" fmla="*/ 10683999 w 11362354"/>
              <a:gd name="connsiteY653" fmla="*/ 1 h 1972800"/>
              <a:gd name="connsiteX654" fmla="*/ 10743787 w 11362354"/>
              <a:gd name="connsiteY654" fmla="*/ 1 h 1972800"/>
              <a:gd name="connsiteX655" fmla="*/ 10800434 w 11362354"/>
              <a:gd name="connsiteY655" fmla="*/ 2849 h 1972800"/>
              <a:gd name="connsiteX656" fmla="*/ 10800434 w 11362354"/>
              <a:gd name="connsiteY656" fmla="*/ 1 h 1972800"/>
              <a:gd name="connsiteX657" fmla="*/ 11306110 w 11362354"/>
              <a:gd name="connsiteY657" fmla="*/ 1 h 1972800"/>
              <a:gd name="connsiteX658" fmla="*/ 11306110 w 11362354"/>
              <a:gd name="connsiteY658" fmla="*/ 14690 h 1972800"/>
              <a:gd name="connsiteX659" fmla="*/ 10671926 w 11362354"/>
              <a:gd name="connsiteY659" fmla="*/ 14690 h 1972800"/>
              <a:gd name="connsiteX660" fmla="*/ 10634292 w 11362354"/>
              <a:gd name="connsiteY660" fmla="*/ 14690 h 1972800"/>
              <a:gd name="connsiteX661" fmla="*/ 10646512 w 11362354"/>
              <a:gd name="connsiteY661" fmla="*/ 4251 h 1972800"/>
              <a:gd name="connsiteX662" fmla="*/ 10646512 w 11362354"/>
              <a:gd name="connsiteY662" fmla="*/ 2687 h 1972800"/>
              <a:gd name="connsiteX663" fmla="*/ 10671926 w 11362354"/>
              <a:gd name="connsiteY663" fmla="*/ 1221 h 1972800"/>
              <a:gd name="connsiteX664" fmla="*/ 10671926 w 11362354"/>
              <a:gd name="connsiteY664" fmla="*/ 697 h 1972800"/>
              <a:gd name="connsiteX665" fmla="*/ 9781432 w 11362354"/>
              <a:gd name="connsiteY665" fmla="*/ 1 h 1972800"/>
              <a:gd name="connsiteX666" fmla="*/ 10286039 w 11362354"/>
              <a:gd name="connsiteY666" fmla="*/ 1 h 1972800"/>
              <a:gd name="connsiteX667" fmla="*/ 10286039 w 11362354"/>
              <a:gd name="connsiteY667" fmla="*/ 14659 h 1972800"/>
              <a:gd name="connsiteX668" fmla="*/ 9781432 w 11362354"/>
              <a:gd name="connsiteY668" fmla="*/ 14659 h 1972800"/>
              <a:gd name="connsiteX669" fmla="*/ 8612890 w 11362354"/>
              <a:gd name="connsiteY669" fmla="*/ 1 h 1972800"/>
              <a:gd name="connsiteX670" fmla="*/ 9668568 w 11362354"/>
              <a:gd name="connsiteY670" fmla="*/ 1 h 1972800"/>
              <a:gd name="connsiteX671" fmla="*/ 9668568 w 11362354"/>
              <a:gd name="connsiteY671" fmla="*/ 14659 h 1972800"/>
              <a:gd name="connsiteX672" fmla="*/ 8612890 w 11362354"/>
              <a:gd name="connsiteY672" fmla="*/ 14659 h 1972800"/>
              <a:gd name="connsiteX673" fmla="*/ 8042875 w 11362354"/>
              <a:gd name="connsiteY673" fmla="*/ 1 h 1972800"/>
              <a:gd name="connsiteX674" fmla="*/ 8501703 w 11362354"/>
              <a:gd name="connsiteY674" fmla="*/ 1 h 1972800"/>
              <a:gd name="connsiteX675" fmla="*/ 8501703 w 11362354"/>
              <a:gd name="connsiteY675" fmla="*/ 14659 h 1972800"/>
              <a:gd name="connsiteX676" fmla="*/ 8042875 w 11362354"/>
              <a:gd name="connsiteY676" fmla="*/ 14659 h 1972800"/>
              <a:gd name="connsiteX677" fmla="*/ 7193139 w 11362354"/>
              <a:gd name="connsiteY677" fmla="*/ 1 h 1972800"/>
              <a:gd name="connsiteX678" fmla="*/ 7667970 w 11362354"/>
              <a:gd name="connsiteY678" fmla="*/ 1 h 1972800"/>
              <a:gd name="connsiteX679" fmla="*/ 7674758 w 11362354"/>
              <a:gd name="connsiteY679" fmla="*/ 14659 h 1972800"/>
              <a:gd name="connsiteX680" fmla="*/ 7193139 w 11362354"/>
              <a:gd name="connsiteY680" fmla="*/ 14659 h 1972800"/>
              <a:gd name="connsiteX681" fmla="*/ 6188669 w 11362354"/>
              <a:gd name="connsiteY681" fmla="*/ 1 h 1972800"/>
              <a:gd name="connsiteX682" fmla="*/ 7080275 w 11362354"/>
              <a:gd name="connsiteY682" fmla="*/ 1 h 1972800"/>
              <a:gd name="connsiteX683" fmla="*/ 7080275 w 11362354"/>
              <a:gd name="connsiteY683" fmla="*/ 14659 h 1972800"/>
              <a:gd name="connsiteX684" fmla="*/ 6188669 w 11362354"/>
              <a:gd name="connsiteY684" fmla="*/ 14659 h 1972800"/>
              <a:gd name="connsiteX685" fmla="*/ 5574793 w 11362354"/>
              <a:gd name="connsiteY685" fmla="*/ 1 h 1972800"/>
              <a:gd name="connsiteX686" fmla="*/ 6073294 w 11362354"/>
              <a:gd name="connsiteY686" fmla="*/ 1 h 1972800"/>
              <a:gd name="connsiteX687" fmla="*/ 6073294 w 11362354"/>
              <a:gd name="connsiteY687" fmla="*/ 14659 h 1972800"/>
              <a:gd name="connsiteX688" fmla="*/ 5574793 w 11362354"/>
              <a:gd name="connsiteY688" fmla="*/ 14659 h 1972800"/>
              <a:gd name="connsiteX689" fmla="*/ 4792811 w 11362354"/>
              <a:gd name="connsiteY689" fmla="*/ 1 h 1972800"/>
              <a:gd name="connsiteX690" fmla="*/ 5291307 w 11362354"/>
              <a:gd name="connsiteY690" fmla="*/ 1 h 1972800"/>
              <a:gd name="connsiteX691" fmla="*/ 5291307 w 11362354"/>
              <a:gd name="connsiteY691" fmla="*/ 14659 h 1972800"/>
              <a:gd name="connsiteX692" fmla="*/ 4792811 w 11362354"/>
              <a:gd name="connsiteY692" fmla="*/ 14659 h 1972800"/>
              <a:gd name="connsiteX693" fmla="*/ 2285298 w 11362354"/>
              <a:gd name="connsiteY693" fmla="*/ 1 h 1972800"/>
              <a:gd name="connsiteX694" fmla="*/ 3183254 w 11362354"/>
              <a:gd name="connsiteY694" fmla="*/ 1 h 1972800"/>
              <a:gd name="connsiteX695" fmla="*/ 3183254 w 11362354"/>
              <a:gd name="connsiteY695" fmla="*/ 14659 h 1972800"/>
              <a:gd name="connsiteX696" fmla="*/ 2285298 w 11362354"/>
              <a:gd name="connsiteY696" fmla="*/ 14659 h 1972800"/>
              <a:gd name="connsiteX697" fmla="*/ 985097 w 11362354"/>
              <a:gd name="connsiteY697" fmla="*/ 1 h 1972800"/>
              <a:gd name="connsiteX698" fmla="*/ 1846470 w 11362354"/>
              <a:gd name="connsiteY698" fmla="*/ 1 h 1972800"/>
              <a:gd name="connsiteX699" fmla="*/ 1869376 w 11362354"/>
              <a:gd name="connsiteY699" fmla="*/ 14659 h 1972800"/>
              <a:gd name="connsiteX700" fmla="*/ 985097 w 11362354"/>
              <a:gd name="connsiteY700" fmla="*/ 14659 h 1972800"/>
              <a:gd name="connsiteX701" fmla="*/ 0 w 11362354"/>
              <a:gd name="connsiteY701" fmla="*/ 1 h 1972800"/>
              <a:gd name="connsiteX702" fmla="*/ 877145 w 11362354"/>
              <a:gd name="connsiteY702" fmla="*/ 1 h 1972800"/>
              <a:gd name="connsiteX703" fmla="*/ 877145 w 11362354"/>
              <a:gd name="connsiteY703" fmla="*/ 14659 h 1972800"/>
              <a:gd name="connsiteX704" fmla="*/ 0 w 11362354"/>
              <a:gd name="connsiteY704" fmla="*/ 14659 h 1972800"/>
              <a:gd name="connsiteX705" fmla="*/ 3702830 w 11362354"/>
              <a:gd name="connsiteY705" fmla="*/ 0 h 1972800"/>
              <a:gd name="connsiteX706" fmla="*/ 4262563 w 11362354"/>
              <a:gd name="connsiteY706" fmla="*/ 0 h 1972800"/>
              <a:gd name="connsiteX707" fmla="*/ 4284257 w 11362354"/>
              <a:gd name="connsiteY707" fmla="*/ 14658 h 1972800"/>
              <a:gd name="connsiteX708" fmla="*/ 3681132 w 11362354"/>
              <a:gd name="connsiteY708" fmla="*/ 14658 h 1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</a:cxnLst>
            <a:rect l="l" t="t" r="r" b="b"/>
            <a:pathLst>
              <a:path w="11362354" h="1972800">
                <a:moveTo>
                  <a:pt x="4196821" y="1846406"/>
                </a:moveTo>
                <a:lnTo>
                  <a:pt x="4515841" y="1846406"/>
                </a:lnTo>
                <a:lnTo>
                  <a:pt x="4302401" y="1972800"/>
                </a:lnTo>
                <a:lnTo>
                  <a:pt x="4276590" y="1972800"/>
                </a:lnTo>
                <a:close/>
                <a:moveTo>
                  <a:pt x="10408772" y="1547682"/>
                </a:moveTo>
                <a:lnTo>
                  <a:pt x="11236685" y="1547682"/>
                </a:lnTo>
                <a:cubicBezTo>
                  <a:pt x="11178355" y="1621090"/>
                  <a:pt x="11101638" y="1688425"/>
                  <a:pt x="11013744" y="1726479"/>
                </a:cubicBezTo>
                <a:cubicBezTo>
                  <a:pt x="10916839" y="1760403"/>
                  <a:pt x="10802883" y="1780105"/>
                  <a:pt x="10702056" y="1776200"/>
                </a:cubicBezTo>
                <a:cubicBezTo>
                  <a:pt x="10601227" y="1772294"/>
                  <a:pt x="10494409" y="1740125"/>
                  <a:pt x="10408772" y="1703049"/>
                </a:cubicBezTo>
                <a:close/>
                <a:moveTo>
                  <a:pt x="9781432" y="1544408"/>
                </a:moveTo>
                <a:lnTo>
                  <a:pt x="10286039" y="1544408"/>
                </a:lnTo>
                <a:lnTo>
                  <a:pt x="10286039" y="1763438"/>
                </a:lnTo>
                <a:lnTo>
                  <a:pt x="9781432" y="1763438"/>
                </a:lnTo>
                <a:close/>
                <a:moveTo>
                  <a:pt x="8877431" y="1544408"/>
                </a:moveTo>
                <a:lnTo>
                  <a:pt x="9382033" y="1544408"/>
                </a:lnTo>
                <a:lnTo>
                  <a:pt x="9382033" y="1763438"/>
                </a:lnTo>
                <a:lnTo>
                  <a:pt x="8877431" y="1763438"/>
                </a:lnTo>
                <a:close/>
                <a:moveTo>
                  <a:pt x="7955283" y="1544408"/>
                </a:moveTo>
                <a:lnTo>
                  <a:pt x="8501703" y="1544408"/>
                </a:lnTo>
                <a:lnTo>
                  <a:pt x="8501703" y="1763438"/>
                </a:lnTo>
                <a:lnTo>
                  <a:pt x="8046371" y="1763438"/>
                </a:lnTo>
                <a:close/>
                <a:moveTo>
                  <a:pt x="7193139" y="1544408"/>
                </a:moveTo>
                <a:lnTo>
                  <a:pt x="7648159" y="1544408"/>
                </a:lnTo>
                <a:lnTo>
                  <a:pt x="7648159" y="1763438"/>
                </a:lnTo>
                <a:lnTo>
                  <a:pt x="7193139" y="1763438"/>
                </a:lnTo>
                <a:close/>
                <a:moveTo>
                  <a:pt x="6188669" y="1544408"/>
                </a:moveTo>
                <a:lnTo>
                  <a:pt x="7080275" y="1544408"/>
                </a:lnTo>
                <a:lnTo>
                  <a:pt x="7080275" y="1763438"/>
                </a:lnTo>
                <a:lnTo>
                  <a:pt x="6188669" y="1763438"/>
                </a:lnTo>
                <a:close/>
                <a:moveTo>
                  <a:pt x="4886266" y="1544408"/>
                </a:moveTo>
                <a:lnTo>
                  <a:pt x="5979839" y="1544408"/>
                </a:lnTo>
                <a:cubicBezTo>
                  <a:pt x="5886803" y="1676927"/>
                  <a:pt x="5732198" y="1763438"/>
                  <a:pt x="5557257" y="1763438"/>
                </a:cubicBezTo>
                <a:lnTo>
                  <a:pt x="5308843" y="1763438"/>
                </a:lnTo>
                <a:cubicBezTo>
                  <a:pt x="5133911" y="1763438"/>
                  <a:pt x="4979301" y="1676927"/>
                  <a:pt x="4886266" y="1544408"/>
                </a:cubicBezTo>
                <a:close/>
                <a:moveTo>
                  <a:pt x="2285298" y="1544408"/>
                </a:moveTo>
                <a:lnTo>
                  <a:pt x="3183254" y="1544408"/>
                </a:lnTo>
                <a:lnTo>
                  <a:pt x="3183254" y="1763438"/>
                </a:lnTo>
                <a:lnTo>
                  <a:pt x="2285298" y="1763438"/>
                </a:lnTo>
                <a:close/>
                <a:moveTo>
                  <a:pt x="1699767" y="1544408"/>
                </a:moveTo>
                <a:lnTo>
                  <a:pt x="2161050" y="1544408"/>
                </a:lnTo>
                <a:lnTo>
                  <a:pt x="2265828" y="1763438"/>
                </a:lnTo>
                <a:lnTo>
                  <a:pt x="1796468" y="1763438"/>
                </a:lnTo>
                <a:close/>
                <a:moveTo>
                  <a:pt x="985097" y="1544408"/>
                </a:moveTo>
                <a:lnTo>
                  <a:pt x="1468672" y="1544408"/>
                </a:lnTo>
                <a:lnTo>
                  <a:pt x="1468672" y="1763438"/>
                </a:lnTo>
                <a:lnTo>
                  <a:pt x="985097" y="1763438"/>
                </a:lnTo>
                <a:close/>
                <a:moveTo>
                  <a:pt x="0" y="1544408"/>
                </a:moveTo>
                <a:lnTo>
                  <a:pt x="506025" y="1544408"/>
                </a:lnTo>
                <a:lnTo>
                  <a:pt x="506025" y="1763438"/>
                </a:lnTo>
                <a:lnTo>
                  <a:pt x="498505" y="1763438"/>
                </a:lnTo>
                <a:lnTo>
                  <a:pt x="7520" y="1763438"/>
                </a:lnTo>
                <a:lnTo>
                  <a:pt x="0" y="1763438"/>
                </a:lnTo>
                <a:close/>
                <a:moveTo>
                  <a:pt x="3478763" y="1544407"/>
                </a:moveTo>
                <a:lnTo>
                  <a:pt x="4486152" y="1544407"/>
                </a:lnTo>
                <a:cubicBezTo>
                  <a:pt x="4484148" y="1548197"/>
                  <a:pt x="4481735" y="1551706"/>
                  <a:pt x="4479313" y="1555187"/>
                </a:cubicBezTo>
                <a:lnTo>
                  <a:pt x="4654042" y="1763437"/>
                </a:lnTo>
                <a:lnTo>
                  <a:pt x="3697470" y="1763437"/>
                </a:lnTo>
                <a:cubicBezTo>
                  <a:pt x="3614316" y="1711031"/>
                  <a:pt x="3539996" y="1636273"/>
                  <a:pt x="3478763" y="1544407"/>
                </a:cubicBezTo>
                <a:close/>
                <a:moveTo>
                  <a:pt x="10408772" y="1290902"/>
                </a:moveTo>
                <a:lnTo>
                  <a:pt x="10568570" y="1290902"/>
                </a:lnTo>
                <a:cubicBezTo>
                  <a:pt x="10577470" y="1298557"/>
                  <a:pt x="10581828" y="1306214"/>
                  <a:pt x="10590729" y="1313870"/>
                </a:cubicBezTo>
                <a:cubicBezTo>
                  <a:pt x="10620545" y="1348521"/>
                  <a:pt x="10677153" y="1369391"/>
                  <a:pt x="10721250" y="1365562"/>
                </a:cubicBezTo>
                <a:cubicBezTo>
                  <a:pt x="10765348" y="1361734"/>
                  <a:pt x="10826744" y="1338516"/>
                  <a:pt x="10855315" y="1290902"/>
                </a:cubicBezTo>
                <a:lnTo>
                  <a:pt x="11214890" y="1290902"/>
                </a:lnTo>
                <a:lnTo>
                  <a:pt x="11346112" y="1290902"/>
                </a:lnTo>
                <a:cubicBezTo>
                  <a:pt x="11334622" y="1353431"/>
                  <a:pt x="11312604" y="1412394"/>
                  <a:pt x="11280882" y="1465414"/>
                </a:cubicBezTo>
                <a:lnTo>
                  <a:pt x="11214890" y="1465414"/>
                </a:lnTo>
                <a:lnTo>
                  <a:pt x="10408772" y="1465414"/>
                </a:lnTo>
                <a:close/>
                <a:moveTo>
                  <a:pt x="3354588" y="1288169"/>
                </a:moveTo>
                <a:lnTo>
                  <a:pt x="3891084" y="1288169"/>
                </a:lnTo>
                <a:cubicBezTo>
                  <a:pt x="3918715" y="1317171"/>
                  <a:pt x="3949853" y="1333215"/>
                  <a:pt x="3982693" y="1333215"/>
                </a:cubicBezTo>
                <a:cubicBezTo>
                  <a:pt x="4015535" y="1333215"/>
                  <a:pt x="4046674" y="1317171"/>
                  <a:pt x="4074304" y="1288169"/>
                </a:cubicBezTo>
                <a:lnTo>
                  <a:pt x="4610046" y="1288169"/>
                </a:lnTo>
                <a:cubicBezTo>
                  <a:pt x="4590290" y="1350350"/>
                  <a:pt x="4565183" y="1408715"/>
                  <a:pt x="4535426" y="1462313"/>
                </a:cubicBezTo>
                <a:lnTo>
                  <a:pt x="3429061" y="1462313"/>
                </a:lnTo>
                <a:cubicBezTo>
                  <a:pt x="3399902" y="1408452"/>
                  <a:pt x="3374896" y="1350106"/>
                  <a:pt x="3354588" y="1288169"/>
                </a:cubicBezTo>
                <a:close/>
                <a:moveTo>
                  <a:pt x="9781432" y="1288165"/>
                </a:moveTo>
                <a:lnTo>
                  <a:pt x="10286039" y="1288165"/>
                </a:lnTo>
                <a:lnTo>
                  <a:pt x="10286039" y="1462314"/>
                </a:lnTo>
                <a:lnTo>
                  <a:pt x="9781432" y="1462314"/>
                </a:lnTo>
                <a:close/>
                <a:moveTo>
                  <a:pt x="8877431" y="1288165"/>
                </a:moveTo>
                <a:lnTo>
                  <a:pt x="9382033" y="1288165"/>
                </a:lnTo>
                <a:lnTo>
                  <a:pt x="9382033" y="1462314"/>
                </a:lnTo>
                <a:lnTo>
                  <a:pt x="8877431" y="1462314"/>
                </a:lnTo>
                <a:close/>
                <a:moveTo>
                  <a:pt x="7848731" y="1288165"/>
                </a:moveTo>
                <a:lnTo>
                  <a:pt x="8501703" y="1288165"/>
                </a:lnTo>
                <a:lnTo>
                  <a:pt x="8501703" y="1462314"/>
                </a:lnTo>
                <a:lnTo>
                  <a:pt x="7921150" y="1462314"/>
                </a:lnTo>
                <a:close/>
                <a:moveTo>
                  <a:pt x="7193139" y="1288165"/>
                </a:moveTo>
                <a:lnTo>
                  <a:pt x="7648159" y="1288165"/>
                </a:lnTo>
                <a:lnTo>
                  <a:pt x="7648159" y="1462314"/>
                </a:lnTo>
                <a:lnTo>
                  <a:pt x="7193139" y="1462314"/>
                </a:lnTo>
                <a:close/>
                <a:moveTo>
                  <a:pt x="6188669" y="1288165"/>
                </a:moveTo>
                <a:lnTo>
                  <a:pt x="6674501" y="1288165"/>
                </a:lnTo>
                <a:lnTo>
                  <a:pt x="6674501" y="1351991"/>
                </a:lnTo>
                <a:lnTo>
                  <a:pt x="7080275" y="1351991"/>
                </a:lnTo>
                <a:lnTo>
                  <a:pt x="7080275" y="1462314"/>
                </a:lnTo>
                <a:lnTo>
                  <a:pt x="6188669" y="1462314"/>
                </a:lnTo>
                <a:close/>
                <a:moveTo>
                  <a:pt x="4794722" y="1288165"/>
                </a:moveTo>
                <a:lnTo>
                  <a:pt x="5308313" y="1288165"/>
                </a:lnTo>
                <a:cubicBezTo>
                  <a:pt x="5331518" y="1333078"/>
                  <a:pt x="5378715" y="1363467"/>
                  <a:pt x="5433050" y="1363467"/>
                </a:cubicBezTo>
                <a:cubicBezTo>
                  <a:pt x="5487389" y="1363467"/>
                  <a:pt x="5534582" y="1333078"/>
                  <a:pt x="5557791" y="1288165"/>
                </a:cubicBezTo>
                <a:lnTo>
                  <a:pt x="6071387" y="1288165"/>
                </a:lnTo>
                <a:cubicBezTo>
                  <a:pt x="6067418" y="1349988"/>
                  <a:pt x="6051903" y="1408730"/>
                  <a:pt x="6026879" y="1462314"/>
                </a:cubicBezTo>
                <a:lnTo>
                  <a:pt x="4839225" y="1462314"/>
                </a:lnTo>
                <a:cubicBezTo>
                  <a:pt x="4814201" y="1408730"/>
                  <a:pt x="4798682" y="1349988"/>
                  <a:pt x="4794722" y="1288165"/>
                </a:cubicBezTo>
                <a:close/>
                <a:moveTo>
                  <a:pt x="2285298" y="1288165"/>
                </a:moveTo>
                <a:lnTo>
                  <a:pt x="2771132" y="1288165"/>
                </a:lnTo>
                <a:lnTo>
                  <a:pt x="2771132" y="1351991"/>
                </a:lnTo>
                <a:lnTo>
                  <a:pt x="3183254" y="1351991"/>
                </a:lnTo>
                <a:lnTo>
                  <a:pt x="3183254" y="1462314"/>
                </a:lnTo>
                <a:lnTo>
                  <a:pt x="2285298" y="1462314"/>
                </a:lnTo>
                <a:close/>
                <a:moveTo>
                  <a:pt x="1586644" y="1288165"/>
                </a:moveTo>
                <a:lnTo>
                  <a:pt x="2038472" y="1288165"/>
                </a:lnTo>
                <a:lnTo>
                  <a:pt x="2121783" y="1462314"/>
                </a:lnTo>
                <a:lnTo>
                  <a:pt x="1663530" y="1462314"/>
                </a:lnTo>
                <a:close/>
                <a:moveTo>
                  <a:pt x="985097" y="1288165"/>
                </a:moveTo>
                <a:lnTo>
                  <a:pt x="1468672" y="1288165"/>
                </a:lnTo>
                <a:lnTo>
                  <a:pt x="1468672" y="1462314"/>
                </a:lnTo>
                <a:lnTo>
                  <a:pt x="985097" y="1462314"/>
                </a:lnTo>
                <a:close/>
                <a:moveTo>
                  <a:pt x="0" y="1288165"/>
                </a:moveTo>
                <a:lnTo>
                  <a:pt x="506025" y="1288165"/>
                </a:lnTo>
                <a:lnTo>
                  <a:pt x="506025" y="1462314"/>
                </a:lnTo>
                <a:lnTo>
                  <a:pt x="0" y="1462314"/>
                </a:lnTo>
                <a:close/>
                <a:moveTo>
                  <a:pt x="10408772" y="1157361"/>
                </a:moveTo>
                <a:lnTo>
                  <a:pt x="10468381" y="1208632"/>
                </a:lnTo>
                <a:lnTo>
                  <a:pt x="10408772" y="1208632"/>
                </a:lnTo>
                <a:close/>
                <a:moveTo>
                  <a:pt x="10816942" y="1078164"/>
                </a:moveTo>
                <a:lnTo>
                  <a:pt x="11358000" y="1078164"/>
                </a:lnTo>
                <a:cubicBezTo>
                  <a:pt x="11367192" y="1149515"/>
                  <a:pt x="11358946" y="1186888"/>
                  <a:pt x="11359134" y="1208632"/>
                </a:cubicBezTo>
                <a:lnTo>
                  <a:pt x="11359134" y="1208633"/>
                </a:lnTo>
                <a:lnTo>
                  <a:pt x="10871056" y="1208633"/>
                </a:lnTo>
                <a:cubicBezTo>
                  <a:pt x="10871350" y="1207645"/>
                  <a:pt x="10871355" y="1206649"/>
                  <a:pt x="10871355" y="1205652"/>
                </a:cubicBezTo>
                <a:cubicBezTo>
                  <a:pt x="10871355" y="1153657"/>
                  <a:pt x="10847076" y="1107297"/>
                  <a:pt x="10808382" y="1078165"/>
                </a:cubicBezTo>
                <a:lnTo>
                  <a:pt x="10816943" y="1078165"/>
                </a:lnTo>
                <a:close/>
                <a:moveTo>
                  <a:pt x="9781432" y="1075882"/>
                </a:moveTo>
                <a:lnTo>
                  <a:pt x="10286039" y="1075882"/>
                </a:lnTo>
                <a:lnTo>
                  <a:pt x="10286039" y="1206076"/>
                </a:lnTo>
                <a:lnTo>
                  <a:pt x="9781432" y="1206076"/>
                </a:lnTo>
                <a:close/>
                <a:moveTo>
                  <a:pt x="8877431" y="1075882"/>
                </a:moveTo>
                <a:lnTo>
                  <a:pt x="9382033" y="1075882"/>
                </a:lnTo>
                <a:lnTo>
                  <a:pt x="9382033" y="1206076"/>
                </a:lnTo>
                <a:lnTo>
                  <a:pt x="8877431" y="1206076"/>
                </a:lnTo>
                <a:close/>
                <a:moveTo>
                  <a:pt x="7760453" y="1075882"/>
                </a:moveTo>
                <a:lnTo>
                  <a:pt x="8501703" y="1075882"/>
                </a:lnTo>
                <a:lnTo>
                  <a:pt x="8501703" y="1206076"/>
                </a:lnTo>
                <a:lnTo>
                  <a:pt x="7814594" y="1206076"/>
                </a:lnTo>
                <a:close/>
                <a:moveTo>
                  <a:pt x="7193139" y="1075882"/>
                </a:moveTo>
                <a:lnTo>
                  <a:pt x="7648159" y="1075882"/>
                </a:lnTo>
                <a:lnTo>
                  <a:pt x="7648159" y="1206076"/>
                </a:lnTo>
                <a:lnTo>
                  <a:pt x="7193139" y="1206076"/>
                </a:lnTo>
                <a:close/>
                <a:moveTo>
                  <a:pt x="6188669" y="1075882"/>
                </a:moveTo>
                <a:lnTo>
                  <a:pt x="6674501" y="1075882"/>
                </a:lnTo>
                <a:lnTo>
                  <a:pt x="6674501" y="1206076"/>
                </a:lnTo>
                <a:lnTo>
                  <a:pt x="6188669" y="1206076"/>
                </a:lnTo>
                <a:close/>
                <a:moveTo>
                  <a:pt x="5574793" y="1075882"/>
                </a:moveTo>
                <a:lnTo>
                  <a:pt x="6073294" y="1075882"/>
                </a:lnTo>
                <a:lnTo>
                  <a:pt x="6073294" y="1206076"/>
                </a:lnTo>
                <a:lnTo>
                  <a:pt x="5574793" y="1206076"/>
                </a:lnTo>
                <a:close/>
                <a:moveTo>
                  <a:pt x="4792811" y="1075882"/>
                </a:moveTo>
                <a:lnTo>
                  <a:pt x="5291307" y="1075882"/>
                </a:lnTo>
                <a:lnTo>
                  <a:pt x="5291307" y="1206076"/>
                </a:lnTo>
                <a:lnTo>
                  <a:pt x="4792811" y="1206076"/>
                </a:lnTo>
                <a:close/>
                <a:moveTo>
                  <a:pt x="2285298" y="1075882"/>
                </a:moveTo>
                <a:lnTo>
                  <a:pt x="2771132" y="1075882"/>
                </a:lnTo>
                <a:lnTo>
                  <a:pt x="2771132" y="1206076"/>
                </a:lnTo>
                <a:lnTo>
                  <a:pt x="2285298" y="1206076"/>
                </a:lnTo>
                <a:close/>
                <a:moveTo>
                  <a:pt x="1492927" y="1075882"/>
                </a:moveTo>
                <a:lnTo>
                  <a:pt x="1945589" y="1075882"/>
                </a:lnTo>
                <a:cubicBezTo>
                  <a:pt x="1944041" y="1077590"/>
                  <a:pt x="1942273" y="1079022"/>
                  <a:pt x="1940491" y="1080455"/>
                </a:cubicBezTo>
                <a:lnTo>
                  <a:pt x="1939110" y="1080455"/>
                </a:lnTo>
                <a:lnTo>
                  <a:pt x="1939524" y="1081320"/>
                </a:lnTo>
                <a:cubicBezTo>
                  <a:pt x="1939165" y="1081707"/>
                  <a:pt x="1938755" y="1082034"/>
                  <a:pt x="1938345" y="1082361"/>
                </a:cubicBezTo>
                <a:lnTo>
                  <a:pt x="1940022" y="1082361"/>
                </a:lnTo>
                <a:lnTo>
                  <a:pt x="1999205" y="1206076"/>
                </a:lnTo>
                <a:lnTo>
                  <a:pt x="1550403" y="1206076"/>
                </a:lnTo>
                <a:close/>
                <a:moveTo>
                  <a:pt x="985097" y="1075882"/>
                </a:moveTo>
                <a:lnTo>
                  <a:pt x="1468672" y="1075882"/>
                </a:lnTo>
                <a:lnTo>
                  <a:pt x="1468672" y="1206076"/>
                </a:lnTo>
                <a:lnTo>
                  <a:pt x="985097" y="1206076"/>
                </a:lnTo>
                <a:close/>
                <a:moveTo>
                  <a:pt x="0" y="1075882"/>
                </a:moveTo>
                <a:lnTo>
                  <a:pt x="877145" y="1075882"/>
                </a:lnTo>
                <a:lnTo>
                  <a:pt x="877145" y="1098345"/>
                </a:lnTo>
                <a:lnTo>
                  <a:pt x="869625" y="1098345"/>
                </a:lnTo>
                <a:lnTo>
                  <a:pt x="506025" y="1098345"/>
                </a:lnTo>
                <a:lnTo>
                  <a:pt x="506025" y="1206076"/>
                </a:lnTo>
                <a:lnTo>
                  <a:pt x="0" y="1206076"/>
                </a:lnTo>
                <a:close/>
                <a:moveTo>
                  <a:pt x="4174413" y="1075881"/>
                </a:moveTo>
                <a:lnTo>
                  <a:pt x="4660572" y="1075881"/>
                </a:lnTo>
                <a:cubicBezTo>
                  <a:pt x="4654171" y="1120550"/>
                  <a:pt x="4645505" y="1164090"/>
                  <a:pt x="4633997" y="1206075"/>
                </a:cubicBezTo>
                <a:lnTo>
                  <a:pt x="4129883" y="1206075"/>
                </a:lnTo>
                <a:cubicBezTo>
                  <a:pt x="4148445" y="1169059"/>
                  <a:pt x="4163826" y="1125090"/>
                  <a:pt x="4174413" y="1075881"/>
                </a:cubicBezTo>
                <a:close/>
                <a:moveTo>
                  <a:pt x="3305162" y="1075881"/>
                </a:moveTo>
                <a:lnTo>
                  <a:pt x="3790976" y="1075881"/>
                </a:lnTo>
                <a:cubicBezTo>
                  <a:pt x="3801558" y="1125090"/>
                  <a:pt x="3816942" y="1169059"/>
                  <a:pt x="3835506" y="1206075"/>
                </a:cubicBezTo>
                <a:lnTo>
                  <a:pt x="3330959" y="1206075"/>
                </a:lnTo>
                <a:cubicBezTo>
                  <a:pt x="3319852" y="1164035"/>
                  <a:pt x="3311209" y="1120545"/>
                  <a:pt x="3305162" y="1075881"/>
                </a:cubicBezTo>
                <a:close/>
                <a:moveTo>
                  <a:pt x="10587776" y="879486"/>
                </a:moveTo>
                <a:lnTo>
                  <a:pt x="11280821" y="879486"/>
                </a:lnTo>
                <a:cubicBezTo>
                  <a:pt x="11304371" y="915413"/>
                  <a:pt x="11325405" y="952210"/>
                  <a:pt x="11338792" y="993628"/>
                </a:cubicBezTo>
                <a:lnTo>
                  <a:pt x="10727828" y="995899"/>
                </a:lnTo>
                <a:close/>
                <a:moveTo>
                  <a:pt x="9781432" y="877625"/>
                </a:moveTo>
                <a:lnTo>
                  <a:pt x="10286039" y="877625"/>
                </a:lnTo>
                <a:lnTo>
                  <a:pt x="10286039" y="993788"/>
                </a:lnTo>
                <a:lnTo>
                  <a:pt x="9781432" y="993788"/>
                </a:lnTo>
                <a:close/>
                <a:moveTo>
                  <a:pt x="8877431" y="877625"/>
                </a:moveTo>
                <a:lnTo>
                  <a:pt x="9382033" y="877625"/>
                </a:lnTo>
                <a:lnTo>
                  <a:pt x="9382033" y="993788"/>
                </a:lnTo>
                <a:lnTo>
                  <a:pt x="8877431" y="993788"/>
                </a:lnTo>
                <a:close/>
                <a:moveTo>
                  <a:pt x="7678004" y="877625"/>
                </a:moveTo>
                <a:lnTo>
                  <a:pt x="8501703" y="877625"/>
                </a:lnTo>
                <a:lnTo>
                  <a:pt x="8501703" y="993788"/>
                </a:lnTo>
                <a:lnTo>
                  <a:pt x="7726316" y="993788"/>
                </a:lnTo>
                <a:close/>
                <a:moveTo>
                  <a:pt x="7193139" y="877625"/>
                </a:moveTo>
                <a:lnTo>
                  <a:pt x="7648159" y="877625"/>
                </a:lnTo>
                <a:lnTo>
                  <a:pt x="7648159" y="993788"/>
                </a:lnTo>
                <a:lnTo>
                  <a:pt x="7193139" y="993788"/>
                </a:lnTo>
                <a:close/>
                <a:moveTo>
                  <a:pt x="6188669" y="877625"/>
                </a:moveTo>
                <a:lnTo>
                  <a:pt x="7056268" y="877625"/>
                </a:lnTo>
                <a:lnTo>
                  <a:pt x="7056268" y="988326"/>
                </a:lnTo>
                <a:lnTo>
                  <a:pt x="6674501" y="988326"/>
                </a:lnTo>
                <a:lnTo>
                  <a:pt x="6674501" y="993788"/>
                </a:lnTo>
                <a:lnTo>
                  <a:pt x="6188669" y="993788"/>
                </a:lnTo>
                <a:close/>
                <a:moveTo>
                  <a:pt x="5574793" y="877625"/>
                </a:moveTo>
                <a:lnTo>
                  <a:pt x="6073294" y="877625"/>
                </a:lnTo>
                <a:lnTo>
                  <a:pt x="6073294" y="993788"/>
                </a:lnTo>
                <a:lnTo>
                  <a:pt x="5574793" y="993788"/>
                </a:lnTo>
                <a:close/>
                <a:moveTo>
                  <a:pt x="4792811" y="877625"/>
                </a:moveTo>
                <a:lnTo>
                  <a:pt x="5291307" y="877625"/>
                </a:lnTo>
                <a:lnTo>
                  <a:pt x="5291307" y="993788"/>
                </a:lnTo>
                <a:lnTo>
                  <a:pt x="4792811" y="993788"/>
                </a:lnTo>
                <a:close/>
                <a:moveTo>
                  <a:pt x="2285298" y="877625"/>
                </a:moveTo>
                <a:lnTo>
                  <a:pt x="3161500" y="877625"/>
                </a:lnTo>
                <a:lnTo>
                  <a:pt x="3161500" y="988326"/>
                </a:lnTo>
                <a:lnTo>
                  <a:pt x="2771132" y="988326"/>
                </a:lnTo>
                <a:lnTo>
                  <a:pt x="2771132" y="993788"/>
                </a:lnTo>
                <a:lnTo>
                  <a:pt x="2285298" y="993788"/>
                </a:lnTo>
                <a:close/>
                <a:moveTo>
                  <a:pt x="985097" y="877625"/>
                </a:moveTo>
                <a:lnTo>
                  <a:pt x="2107746" y="877625"/>
                </a:lnTo>
                <a:cubicBezTo>
                  <a:pt x="2086278" y="919656"/>
                  <a:pt x="2059665" y="958619"/>
                  <a:pt x="2028664" y="993788"/>
                </a:cubicBezTo>
                <a:lnTo>
                  <a:pt x="985097" y="993788"/>
                </a:lnTo>
                <a:close/>
                <a:moveTo>
                  <a:pt x="0" y="877625"/>
                </a:moveTo>
                <a:lnTo>
                  <a:pt x="877145" y="877625"/>
                </a:lnTo>
                <a:lnTo>
                  <a:pt x="877145" y="993788"/>
                </a:lnTo>
                <a:lnTo>
                  <a:pt x="0" y="993788"/>
                </a:lnTo>
                <a:close/>
                <a:moveTo>
                  <a:pt x="4199211" y="877624"/>
                </a:moveTo>
                <a:lnTo>
                  <a:pt x="4674176" y="877624"/>
                </a:lnTo>
                <a:cubicBezTo>
                  <a:pt x="4674327" y="879591"/>
                  <a:pt x="4674332" y="881557"/>
                  <a:pt x="4674332" y="883528"/>
                </a:cubicBezTo>
                <a:cubicBezTo>
                  <a:pt x="4674332" y="920824"/>
                  <a:pt x="4672822" y="957628"/>
                  <a:pt x="4669465" y="993787"/>
                </a:cubicBezTo>
                <a:lnTo>
                  <a:pt x="4189743" y="993787"/>
                </a:lnTo>
                <a:cubicBezTo>
                  <a:pt x="4195970" y="956882"/>
                  <a:pt x="4199133" y="917914"/>
                  <a:pt x="4199211" y="877624"/>
                </a:cubicBezTo>
                <a:close/>
                <a:moveTo>
                  <a:pt x="3291213" y="877624"/>
                </a:moveTo>
                <a:lnTo>
                  <a:pt x="3766173" y="877624"/>
                </a:lnTo>
                <a:cubicBezTo>
                  <a:pt x="3766256" y="917914"/>
                  <a:pt x="3769415" y="956882"/>
                  <a:pt x="3775650" y="993787"/>
                </a:cubicBezTo>
                <a:lnTo>
                  <a:pt x="3295989" y="993787"/>
                </a:lnTo>
                <a:cubicBezTo>
                  <a:pt x="3292572" y="957632"/>
                  <a:pt x="3291057" y="920824"/>
                  <a:pt x="3291057" y="883528"/>
                </a:cubicBezTo>
                <a:close/>
                <a:moveTo>
                  <a:pt x="10461146" y="710797"/>
                </a:moveTo>
                <a:lnTo>
                  <a:pt x="11109160" y="710797"/>
                </a:lnTo>
                <a:cubicBezTo>
                  <a:pt x="11109161" y="710797"/>
                  <a:pt x="11109161" y="710798"/>
                  <a:pt x="11109162" y="710798"/>
                </a:cubicBezTo>
                <a:lnTo>
                  <a:pt x="11121245" y="710798"/>
                </a:lnTo>
                <a:lnTo>
                  <a:pt x="11122337" y="711693"/>
                </a:lnTo>
                <a:lnTo>
                  <a:pt x="11118350" y="711693"/>
                </a:lnTo>
                <a:cubicBezTo>
                  <a:pt x="11153339" y="736641"/>
                  <a:pt x="11185427" y="765257"/>
                  <a:pt x="11213739" y="797219"/>
                </a:cubicBezTo>
                <a:lnTo>
                  <a:pt x="10517279" y="797218"/>
                </a:lnTo>
                <a:cubicBezTo>
                  <a:pt x="10497025" y="770452"/>
                  <a:pt x="10475239" y="741481"/>
                  <a:pt x="10461146" y="710797"/>
                </a:cubicBezTo>
                <a:close/>
                <a:moveTo>
                  <a:pt x="9781432" y="709293"/>
                </a:moveTo>
                <a:lnTo>
                  <a:pt x="10286039" y="709293"/>
                </a:lnTo>
                <a:lnTo>
                  <a:pt x="10286039" y="795531"/>
                </a:lnTo>
                <a:lnTo>
                  <a:pt x="9781432" y="795531"/>
                </a:lnTo>
                <a:close/>
                <a:moveTo>
                  <a:pt x="8877431" y="709293"/>
                </a:moveTo>
                <a:lnTo>
                  <a:pt x="9382033" y="709293"/>
                </a:lnTo>
                <a:lnTo>
                  <a:pt x="9382033" y="795531"/>
                </a:lnTo>
                <a:lnTo>
                  <a:pt x="8877431" y="795531"/>
                </a:lnTo>
                <a:close/>
                <a:moveTo>
                  <a:pt x="8042875" y="709293"/>
                </a:moveTo>
                <a:lnTo>
                  <a:pt x="8501703" y="709293"/>
                </a:lnTo>
                <a:lnTo>
                  <a:pt x="8501703" y="795531"/>
                </a:lnTo>
                <a:lnTo>
                  <a:pt x="8042875" y="795531"/>
                </a:lnTo>
                <a:close/>
                <a:moveTo>
                  <a:pt x="7193139" y="709293"/>
                </a:moveTo>
                <a:lnTo>
                  <a:pt x="7996240" y="709293"/>
                </a:lnTo>
                <a:lnTo>
                  <a:pt x="8036152" y="795531"/>
                </a:lnTo>
                <a:lnTo>
                  <a:pt x="7193139" y="795531"/>
                </a:lnTo>
                <a:close/>
                <a:moveTo>
                  <a:pt x="6188669" y="709293"/>
                </a:moveTo>
                <a:lnTo>
                  <a:pt x="6674501" y="709293"/>
                </a:lnTo>
                <a:lnTo>
                  <a:pt x="6674501" y="714671"/>
                </a:lnTo>
                <a:lnTo>
                  <a:pt x="7056268" y="714671"/>
                </a:lnTo>
                <a:lnTo>
                  <a:pt x="7056268" y="795531"/>
                </a:lnTo>
                <a:lnTo>
                  <a:pt x="6188669" y="795531"/>
                </a:lnTo>
                <a:close/>
                <a:moveTo>
                  <a:pt x="5574793" y="709293"/>
                </a:moveTo>
                <a:lnTo>
                  <a:pt x="6073294" y="709293"/>
                </a:lnTo>
                <a:lnTo>
                  <a:pt x="6073294" y="795531"/>
                </a:lnTo>
                <a:lnTo>
                  <a:pt x="5574793" y="795531"/>
                </a:lnTo>
                <a:close/>
                <a:moveTo>
                  <a:pt x="4792811" y="709293"/>
                </a:moveTo>
                <a:lnTo>
                  <a:pt x="5291307" y="709293"/>
                </a:lnTo>
                <a:lnTo>
                  <a:pt x="5291307" y="795531"/>
                </a:lnTo>
                <a:lnTo>
                  <a:pt x="4792811" y="795531"/>
                </a:lnTo>
                <a:close/>
                <a:moveTo>
                  <a:pt x="2285298" y="709293"/>
                </a:moveTo>
                <a:lnTo>
                  <a:pt x="2771132" y="709293"/>
                </a:lnTo>
                <a:lnTo>
                  <a:pt x="2771132" y="714671"/>
                </a:lnTo>
                <a:lnTo>
                  <a:pt x="3161500" y="714671"/>
                </a:lnTo>
                <a:lnTo>
                  <a:pt x="3161500" y="795531"/>
                </a:lnTo>
                <a:lnTo>
                  <a:pt x="2285298" y="795531"/>
                </a:lnTo>
                <a:close/>
                <a:moveTo>
                  <a:pt x="1709143" y="709293"/>
                </a:moveTo>
                <a:lnTo>
                  <a:pt x="2169670" y="709293"/>
                </a:lnTo>
                <a:cubicBezTo>
                  <a:pt x="2163895" y="738935"/>
                  <a:pt x="2155552" y="767712"/>
                  <a:pt x="2145130" y="795531"/>
                </a:cubicBezTo>
                <a:lnTo>
                  <a:pt x="1595923" y="795531"/>
                </a:lnTo>
                <a:cubicBezTo>
                  <a:pt x="1642913" y="780533"/>
                  <a:pt x="1682554" y="749578"/>
                  <a:pt x="1709143" y="709293"/>
                </a:cubicBezTo>
                <a:close/>
                <a:moveTo>
                  <a:pt x="985097" y="709293"/>
                </a:moveTo>
                <a:lnTo>
                  <a:pt x="1469893" y="709293"/>
                </a:lnTo>
                <a:lnTo>
                  <a:pt x="1469893" y="795531"/>
                </a:lnTo>
                <a:lnTo>
                  <a:pt x="985097" y="795531"/>
                </a:lnTo>
                <a:close/>
                <a:moveTo>
                  <a:pt x="0" y="709293"/>
                </a:moveTo>
                <a:lnTo>
                  <a:pt x="877145" y="709293"/>
                </a:lnTo>
                <a:lnTo>
                  <a:pt x="877145" y="795531"/>
                </a:lnTo>
                <a:lnTo>
                  <a:pt x="0" y="795531"/>
                </a:lnTo>
                <a:close/>
                <a:moveTo>
                  <a:pt x="4189251" y="709292"/>
                </a:moveTo>
                <a:lnTo>
                  <a:pt x="4662658" y="709292"/>
                </a:lnTo>
                <a:cubicBezTo>
                  <a:pt x="4666812" y="737581"/>
                  <a:pt x="4669621" y="766357"/>
                  <a:pt x="4671191" y="795530"/>
                </a:cubicBezTo>
                <a:lnTo>
                  <a:pt x="4197682" y="795530"/>
                </a:lnTo>
                <a:cubicBezTo>
                  <a:pt x="4197148" y="765777"/>
                  <a:pt x="4194298" y="736917"/>
                  <a:pt x="4189251" y="709292"/>
                </a:cubicBezTo>
                <a:close/>
                <a:moveTo>
                  <a:pt x="3302730" y="709292"/>
                </a:moveTo>
                <a:lnTo>
                  <a:pt x="3776138" y="709292"/>
                </a:lnTo>
                <a:cubicBezTo>
                  <a:pt x="3771091" y="736917"/>
                  <a:pt x="3768241" y="765777"/>
                  <a:pt x="3767701" y="795530"/>
                </a:cubicBezTo>
                <a:lnTo>
                  <a:pt x="3294197" y="795530"/>
                </a:lnTo>
                <a:cubicBezTo>
                  <a:pt x="3295768" y="766357"/>
                  <a:pt x="3298581" y="737581"/>
                  <a:pt x="3302730" y="709292"/>
                </a:cubicBezTo>
                <a:close/>
                <a:moveTo>
                  <a:pt x="10418948" y="565540"/>
                </a:moveTo>
                <a:lnTo>
                  <a:pt x="10949595" y="565540"/>
                </a:lnTo>
                <a:cubicBezTo>
                  <a:pt x="10953670" y="570456"/>
                  <a:pt x="10958769" y="574162"/>
                  <a:pt x="10964075" y="577567"/>
                </a:cubicBezTo>
                <a:lnTo>
                  <a:pt x="11026395" y="628529"/>
                </a:lnTo>
                <a:lnTo>
                  <a:pt x="10434083" y="628529"/>
                </a:lnTo>
                <a:cubicBezTo>
                  <a:pt x="10426940" y="608233"/>
                  <a:pt x="10421851" y="587175"/>
                  <a:pt x="10418948" y="565540"/>
                </a:cubicBezTo>
                <a:close/>
                <a:moveTo>
                  <a:pt x="9781432" y="564344"/>
                </a:moveTo>
                <a:lnTo>
                  <a:pt x="10286039" y="564344"/>
                </a:lnTo>
                <a:lnTo>
                  <a:pt x="10286039" y="627199"/>
                </a:lnTo>
                <a:lnTo>
                  <a:pt x="9781432" y="627199"/>
                </a:lnTo>
                <a:close/>
                <a:moveTo>
                  <a:pt x="8877431" y="564344"/>
                </a:moveTo>
                <a:lnTo>
                  <a:pt x="9382033" y="564344"/>
                </a:lnTo>
                <a:lnTo>
                  <a:pt x="9382033" y="627199"/>
                </a:lnTo>
                <a:lnTo>
                  <a:pt x="8877431" y="627199"/>
                </a:lnTo>
                <a:close/>
                <a:moveTo>
                  <a:pt x="8042875" y="564344"/>
                </a:moveTo>
                <a:lnTo>
                  <a:pt x="8501703" y="564344"/>
                </a:lnTo>
                <a:lnTo>
                  <a:pt x="8501703" y="627199"/>
                </a:lnTo>
                <a:lnTo>
                  <a:pt x="8042875" y="627199"/>
                </a:lnTo>
                <a:close/>
                <a:moveTo>
                  <a:pt x="7193139" y="564344"/>
                </a:moveTo>
                <a:lnTo>
                  <a:pt x="7929154" y="564344"/>
                </a:lnTo>
                <a:lnTo>
                  <a:pt x="7958244" y="627199"/>
                </a:lnTo>
                <a:lnTo>
                  <a:pt x="7193139" y="627199"/>
                </a:lnTo>
                <a:close/>
                <a:moveTo>
                  <a:pt x="6188669" y="564344"/>
                </a:moveTo>
                <a:lnTo>
                  <a:pt x="6674501" y="564344"/>
                </a:lnTo>
                <a:lnTo>
                  <a:pt x="6674501" y="627199"/>
                </a:lnTo>
                <a:lnTo>
                  <a:pt x="6188669" y="627199"/>
                </a:lnTo>
                <a:close/>
                <a:moveTo>
                  <a:pt x="5574793" y="564344"/>
                </a:moveTo>
                <a:lnTo>
                  <a:pt x="6073294" y="564344"/>
                </a:lnTo>
                <a:lnTo>
                  <a:pt x="6073294" y="627199"/>
                </a:lnTo>
                <a:lnTo>
                  <a:pt x="5574793" y="627199"/>
                </a:lnTo>
                <a:close/>
                <a:moveTo>
                  <a:pt x="4792811" y="564344"/>
                </a:moveTo>
                <a:lnTo>
                  <a:pt x="5291307" y="564344"/>
                </a:lnTo>
                <a:lnTo>
                  <a:pt x="5291307" y="627199"/>
                </a:lnTo>
                <a:lnTo>
                  <a:pt x="4792811" y="627199"/>
                </a:lnTo>
                <a:close/>
                <a:moveTo>
                  <a:pt x="2285298" y="564344"/>
                </a:moveTo>
                <a:lnTo>
                  <a:pt x="2771132" y="564344"/>
                </a:lnTo>
                <a:lnTo>
                  <a:pt x="2771132" y="627199"/>
                </a:lnTo>
                <a:lnTo>
                  <a:pt x="2285298" y="627199"/>
                </a:lnTo>
                <a:close/>
                <a:moveTo>
                  <a:pt x="1743635" y="564344"/>
                </a:moveTo>
                <a:lnTo>
                  <a:pt x="2184512" y="564344"/>
                </a:lnTo>
                <a:cubicBezTo>
                  <a:pt x="2184766" y="566886"/>
                  <a:pt x="2184779" y="569428"/>
                  <a:pt x="2184779" y="571975"/>
                </a:cubicBezTo>
                <a:lnTo>
                  <a:pt x="2181588" y="627199"/>
                </a:lnTo>
                <a:lnTo>
                  <a:pt x="1742032" y="627199"/>
                </a:lnTo>
                <a:cubicBezTo>
                  <a:pt x="1744814" y="614498"/>
                  <a:pt x="1746020" y="601328"/>
                  <a:pt x="1746020" y="587881"/>
                </a:cubicBezTo>
                <a:close/>
                <a:moveTo>
                  <a:pt x="985097" y="564344"/>
                </a:moveTo>
                <a:lnTo>
                  <a:pt x="1469893" y="564344"/>
                </a:lnTo>
                <a:lnTo>
                  <a:pt x="1469893" y="627199"/>
                </a:lnTo>
                <a:lnTo>
                  <a:pt x="985097" y="627199"/>
                </a:lnTo>
                <a:close/>
                <a:moveTo>
                  <a:pt x="0" y="564344"/>
                </a:moveTo>
                <a:lnTo>
                  <a:pt x="505721" y="564344"/>
                </a:lnTo>
                <a:lnTo>
                  <a:pt x="505721" y="627199"/>
                </a:lnTo>
                <a:lnTo>
                  <a:pt x="0" y="627199"/>
                </a:lnTo>
                <a:close/>
                <a:moveTo>
                  <a:pt x="4156173" y="564343"/>
                </a:moveTo>
                <a:lnTo>
                  <a:pt x="4635244" y="564343"/>
                </a:lnTo>
                <a:cubicBezTo>
                  <a:pt x="4640872" y="584882"/>
                  <a:pt x="4645555" y="605853"/>
                  <a:pt x="4649285" y="627198"/>
                </a:cubicBezTo>
                <a:lnTo>
                  <a:pt x="4173561" y="627198"/>
                </a:lnTo>
                <a:cubicBezTo>
                  <a:pt x="4169315" y="604960"/>
                  <a:pt x="4163223" y="584012"/>
                  <a:pt x="4156173" y="564343"/>
                </a:cubicBezTo>
                <a:close/>
                <a:moveTo>
                  <a:pt x="3330140" y="564343"/>
                </a:moveTo>
                <a:lnTo>
                  <a:pt x="3809216" y="564343"/>
                </a:lnTo>
                <a:cubicBezTo>
                  <a:pt x="3802169" y="584012"/>
                  <a:pt x="3796073" y="604960"/>
                  <a:pt x="3791828" y="627198"/>
                </a:cubicBezTo>
                <a:lnTo>
                  <a:pt x="3316108" y="627198"/>
                </a:lnTo>
                <a:cubicBezTo>
                  <a:pt x="3319832" y="605853"/>
                  <a:pt x="3324517" y="584882"/>
                  <a:pt x="3330140" y="564343"/>
                </a:cubicBezTo>
                <a:close/>
                <a:moveTo>
                  <a:pt x="11305691" y="441367"/>
                </a:moveTo>
                <a:lnTo>
                  <a:pt x="11306110" y="441367"/>
                </a:lnTo>
                <a:lnTo>
                  <a:pt x="11306110" y="441726"/>
                </a:lnTo>
                <a:close/>
                <a:moveTo>
                  <a:pt x="10419150" y="441367"/>
                </a:moveTo>
                <a:lnTo>
                  <a:pt x="10893359" y="441367"/>
                </a:lnTo>
                <a:cubicBezTo>
                  <a:pt x="10886582" y="455880"/>
                  <a:pt x="10890875" y="469945"/>
                  <a:pt x="10894757" y="483273"/>
                </a:cubicBezTo>
                <a:lnTo>
                  <a:pt x="10419058" y="483273"/>
                </a:lnTo>
                <a:cubicBezTo>
                  <a:pt x="10417969" y="476587"/>
                  <a:pt x="10417854" y="469854"/>
                  <a:pt x="10417854" y="463084"/>
                </a:cubicBezTo>
                <a:close/>
                <a:moveTo>
                  <a:pt x="9781432" y="440432"/>
                </a:moveTo>
                <a:lnTo>
                  <a:pt x="10286039" y="440432"/>
                </a:lnTo>
                <a:lnTo>
                  <a:pt x="10286039" y="482250"/>
                </a:lnTo>
                <a:lnTo>
                  <a:pt x="9781432" y="482250"/>
                </a:lnTo>
                <a:close/>
                <a:moveTo>
                  <a:pt x="8877431" y="440432"/>
                </a:moveTo>
                <a:lnTo>
                  <a:pt x="9382033" y="440432"/>
                </a:lnTo>
                <a:lnTo>
                  <a:pt x="9382033" y="482250"/>
                </a:lnTo>
                <a:lnTo>
                  <a:pt x="8877431" y="482250"/>
                </a:lnTo>
                <a:close/>
                <a:moveTo>
                  <a:pt x="8042875" y="440432"/>
                </a:moveTo>
                <a:lnTo>
                  <a:pt x="8501703" y="440432"/>
                </a:lnTo>
                <a:lnTo>
                  <a:pt x="8501703" y="482250"/>
                </a:lnTo>
                <a:lnTo>
                  <a:pt x="8042875" y="482250"/>
                </a:lnTo>
                <a:close/>
                <a:moveTo>
                  <a:pt x="7193139" y="440432"/>
                </a:moveTo>
                <a:lnTo>
                  <a:pt x="7871807" y="440432"/>
                </a:lnTo>
                <a:lnTo>
                  <a:pt x="7891162" y="482250"/>
                </a:lnTo>
                <a:lnTo>
                  <a:pt x="7193139" y="482250"/>
                </a:lnTo>
                <a:close/>
                <a:moveTo>
                  <a:pt x="6188669" y="440432"/>
                </a:moveTo>
                <a:lnTo>
                  <a:pt x="6674501" y="440432"/>
                </a:lnTo>
                <a:lnTo>
                  <a:pt x="6674501" y="482250"/>
                </a:lnTo>
                <a:lnTo>
                  <a:pt x="6188669" y="482250"/>
                </a:lnTo>
                <a:close/>
                <a:moveTo>
                  <a:pt x="5574793" y="440432"/>
                </a:moveTo>
                <a:lnTo>
                  <a:pt x="6073294" y="440432"/>
                </a:lnTo>
                <a:lnTo>
                  <a:pt x="6073294" y="482250"/>
                </a:lnTo>
                <a:lnTo>
                  <a:pt x="5574793" y="482250"/>
                </a:lnTo>
                <a:close/>
                <a:moveTo>
                  <a:pt x="4792811" y="440432"/>
                </a:moveTo>
                <a:lnTo>
                  <a:pt x="5291307" y="440432"/>
                </a:lnTo>
                <a:lnTo>
                  <a:pt x="5291307" y="482250"/>
                </a:lnTo>
                <a:lnTo>
                  <a:pt x="4792811" y="482250"/>
                </a:lnTo>
                <a:close/>
                <a:moveTo>
                  <a:pt x="2285298" y="440432"/>
                </a:moveTo>
                <a:lnTo>
                  <a:pt x="2771132" y="440432"/>
                </a:lnTo>
                <a:lnTo>
                  <a:pt x="2771132" y="482250"/>
                </a:lnTo>
                <a:lnTo>
                  <a:pt x="2285298" y="482250"/>
                </a:lnTo>
                <a:close/>
                <a:moveTo>
                  <a:pt x="1688066" y="440432"/>
                </a:moveTo>
                <a:lnTo>
                  <a:pt x="2171374" y="440432"/>
                </a:lnTo>
                <a:cubicBezTo>
                  <a:pt x="2174308" y="454201"/>
                  <a:pt x="2176703" y="468150"/>
                  <a:pt x="2178605" y="482250"/>
                </a:cubicBezTo>
                <a:lnTo>
                  <a:pt x="1717768" y="482250"/>
                </a:lnTo>
                <a:cubicBezTo>
                  <a:pt x="1710308" y="466635"/>
                  <a:pt x="1700209" y="452603"/>
                  <a:pt x="1688066" y="440432"/>
                </a:cubicBezTo>
                <a:close/>
                <a:moveTo>
                  <a:pt x="985097" y="440432"/>
                </a:moveTo>
                <a:lnTo>
                  <a:pt x="1469893" y="440432"/>
                </a:lnTo>
                <a:lnTo>
                  <a:pt x="1469893" y="482250"/>
                </a:lnTo>
                <a:lnTo>
                  <a:pt x="985097" y="482250"/>
                </a:lnTo>
                <a:close/>
                <a:moveTo>
                  <a:pt x="0" y="440432"/>
                </a:moveTo>
                <a:lnTo>
                  <a:pt x="505721" y="440432"/>
                </a:lnTo>
                <a:lnTo>
                  <a:pt x="505721" y="482250"/>
                </a:lnTo>
                <a:lnTo>
                  <a:pt x="0" y="482250"/>
                </a:lnTo>
                <a:close/>
                <a:moveTo>
                  <a:pt x="4093268" y="440431"/>
                </a:moveTo>
                <a:lnTo>
                  <a:pt x="4597023" y="440431"/>
                </a:lnTo>
                <a:cubicBezTo>
                  <a:pt x="4602558" y="454039"/>
                  <a:pt x="4607425" y="468006"/>
                  <a:pt x="4611768" y="482249"/>
                </a:cubicBezTo>
                <a:lnTo>
                  <a:pt x="4120709" y="482249"/>
                </a:lnTo>
                <a:cubicBezTo>
                  <a:pt x="4112199" y="466767"/>
                  <a:pt x="4103118" y="452703"/>
                  <a:pt x="4093268" y="440431"/>
                </a:cubicBezTo>
                <a:close/>
                <a:moveTo>
                  <a:pt x="3368371" y="440431"/>
                </a:moveTo>
                <a:lnTo>
                  <a:pt x="3872116" y="440431"/>
                </a:lnTo>
                <a:cubicBezTo>
                  <a:pt x="3862266" y="452703"/>
                  <a:pt x="3853190" y="466767"/>
                  <a:pt x="3844680" y="482249"/>
                </a:cubicBezTo>
                <a:lnTo>
                  <a:pt x="3353616" y="482249"/>
                </a:lnTo>
                <a:cubicBezTo>
                  <a:pt x="3357959" y="468006"/>
                  <a:pt x="3362831" y="454039"/>
                  <a:pt x="3368371" y="440431"/>
                </a:cubicBezTo>
                <a:close/>
                <a:moveTo>
                  <a:pt x="11223979" y="437563"/>
                </a:moveTo>
                <a:lnTo>
                  <a:pt x="11304274" y="437563"/>
                </a:lnTo>
                <a:lnTo>
                  <a:pt x="11304274" y="487440"/>
                </a:lnTo>
                <a:lnTo>
                  <a:pt x="11274504" y="487440"/>
                </a:lnTo>
                <a:close/>
                <a:moveTo>
                  <a:pt x="10437485" y="312620"/>
                </a:moveTo>
                <a:lnTo>
                  <a:pt x="11305204" y="312620"/>
                </a:lnTo>
                <a:lnTo>
                  <a:pt x="11305204" y="323517"/>
                </a:lnTo>
                <a:lnTo>
                  <a:pt x="11306110" y="323517"/>
                </a:lnTo>
                <a:lnTo>
                  <a:pt x="11306110" y="351547"/>
                </a:lnTo>
                <a:lnTo>
                  <a:pt x="11306110" y="359098"/>
                </a:lnTo>
                <a:lnTo>
                  <a:pt x="11305204" y="359098"/>
                </a:lnTo>
                <a:lnTo>
                  <a:pt x="11305204" y="363528"/>
                </a:lnTo>
                <a:lnTo>
                  <a:pt x="10423824" y="363528"/>
                </a:lnTo>
                <a:lnTo>
                  <a:pt x="10429797" y="336441"/>
                </a:lnTo>
                <a:close/>
                <a:moveTo>
                  <a:pt x="9781432" y="312620"/>
                </a:moveTo>
                <a:lnTo>
                  <a:pt x="10286039" y="312620"/>
                </a:lnTo>
                <a:lnTo>
                  <a:pt x="10286039" y="322833"/>
                </a:lnTo>
                <a:lnTo>
                  <a:pt x="10286039" y="358338"/>
                </a:lnTo>
                <a:lnTo>
                  <a:pt x="10286039" y="358339"/>
                </a:lnTo>
                <a:lnTo>
                  <a:pt x="9781432" y="358339"/>
                </a:lnTo>
                <a:lnTo>
                  <a:pt x="9781432" y="358338"/>
                </a:lnTo>
                <a:lnTo>
                  <a:pt x="9781432" y="322833"/>
                </a:lnTo>
                <a:close/>
                <a:moveTo>
                  <a:pt x="8611213" y="312620"/>
                </a:moveTo>
                <a:lnTo>
                  <a:pt x="9666891" y="312620"/>
                </a:lnTo>
                <a:lnTo>
                  <a:pt x="9666891" y="322833"/>
                </a:lnTo>
                <a:lnTo>
                  <a:pt x="9668568" y="322833"/>
                </a:lnTo>
                <a:lnTo>
                  <a:pt x="9668568" y="358338"/>
                </a:lnTo>
                <a:lnTo>
                  <a:pt x="9666891" y="358338"/>
                </a:lnTo>
                <a:lnTo>
                  <a:pt x="9666891" y="358339"/>
                </a:lnTo>
                <a:lnTo>
                  <a:pt x="8611213" y="358339"/>
                </a:lnTo>
                <a:close/>
                <a:moveTo>
                  <a:pt x="8037009" y="312620"/>
                </a:moveTo>
                <a:lnTo>
                  <a:pt x="8500026" y="312620"/>
                </a:lnTo>
                <a:lnTo>
                  <a:pt x="8500026" y="322833"/>
                </a:lnTo>
                <a:lnTo>
                  <a:pt x="8501703" y="322833"/>
                </a:lnTo>
                <a:lnTo>
                  <a:pt x="8501703" y="358338"/>
                </a:lnTo>
                <a:lnTo>
                  <a:pt x="8500026" y="358338"/>
                </a:lnTo>
                <a:lnTo>
                  <a:pt x="8500026" y="358339"/>
                </a:lnTo>
                <a:lnTo>
                  <a:pt x="8037009" y="358339"/>
                </a:lnTo>
                <a:close/>
                <a:moveTo>
                  <a:pt x="7193139" y="312620"/>
                </a:moveTo>
                <a:lnTo>
                  <a:pt x="7812777" y="312620"/>
                </a:lnTo>
                <a:lnTo>
                  <a:pt x="7833342" y="357178"/>
                </a:lnTo>
                <a:lnTo>
                  <a:pt x="7833342" y="357314"/>
                </a:lnTo>
                <a:lnTo>
                  <a:pt x="7833816" y="358338"/>
                </a:lnTo>
                <a:lnTo>
                  <a:pt x="7833342" y="358338"/>
                </a:lnTo>
                <a:lnTo>
                  <a:pt x="7833342" y="358339"/>
                </a:lnTo>
                <a:lnTo>
                  <a:pt x="7193139" y="358339"/>
                </a:lnTo>
                <a:lnTo>
                  <a:pt x="7193139" y="358338"/>
                </a:lnTo>
                <a:lnTo>
                  <a:pt x="7193139" y="322833"/>
                </a:lnTo>
                <a:close/>
                <a:moveTo>
                  <a:pt x="6184479" y="312620"/>
                </a:moveTo>
                <a:lnTo>
                  <a:pt x="7080274" y="312620"/>
                </a:lnTo>
                <a:lnTo>
                  <a:pt x="7080274" y="322833"/>
                </a:lnTo>
                <a:lnTo>
                  <a:pt x="7080275" y="322833"/>
                </a:lnTo>
                <a:lnTo>
                  <a:pt x="7080275" y="358338"/>
                </a:lnTo>
                <a:lnTo>
                  <a:pt x="7080274" y="358338"/>
                </a:lnTo>
                <a:lnTo>
                  <a:pt x="7080274" y="358339"/>
                </a:lnTo>
                <a:lnTo>
                  <a:pt x="6184479" y="358339"/>
                </a:lnTo>
                <a:close/>
                <a:moveTo>
                  <a:pt x="5574793" y="312620"/>
                </a:moveTo>
                <a:lnTo>
                  <a:pt x="6073294" y="312620"/>
                </a:lnTo>
                <a:lnTo>
                  <a:pt x="6073294" y="322833"/>
                </a:lnTo>
                <a:lnTo>
                  <a:pt x="6073294" y="358338"/>
                </a:lnTo>
                <a:lnTo>
                  <a:pt x="6073294" y="358339"/>
                </a:lnTo>
                <a:lnTo>
                  <a:pt x="5574793" y="358339"/>
                </a:lnTo>
                <a:lnTo>
                  <a:pt x="5574793" y="358338"/>
                </a:lnTo>
                <a:lnTo>
                  <a:pt x="5574793" y="322833"/>
                </a:lnTo>
                <a:close/>
                <a:moveTo>
                  <a:pt x="4792811" y="312620"/>
                </a:moveTo>
                <a:lnTo>
                  <a:pt x="5291307" y="312620"/>
                </a:lnTo>
                <a:lnTo>
                  <a:pt x="5291307" y="322833"/>
                </a:lnTo>
                <a:lnTo>
                  <a:pt x="5291307" y="358338"/>
                </a:lnTo>
                <a:lnTo>
                  <a:pt x="5291307" y="358339"/>
                </a:lnTo>
                <a:lnTo>
                  <a:pt x="4792811" y="358339"/>
                </a:lnTo>
                <a:lnTo>
                  <a:pt x="4792811" y="358338"/>
                </a:lnTo>
                <a:lnTo>
                  <a:pt x="4792811" y="322833"/>
                </a:lnTo>
                <a:close/>
                <a:moveTo>
                  <a:pt x="2285298" y="312620"/>
                </a:moveTo>
                <a:lnTo>
                  <a:pt x="3183254" y="312620"/>
                </a:lnTo>
                <a:lnTo>
                  <a:pt x="3183254" y="322833"/>
                </a:lnTo>
                <a:lnTo>
                  <a:pt x="3183254" y="358338"/>
                </a:lnTo>
                <a:lnTo>
                  <a:pt x="3183254" y="358339"/>
                </a:lnTo>
                <a:lnTo>
                  <a:pt x="2285298" y="358339"/>
                </a:lnTo>
                <a:lnTo>
                  <a:pt x="2285298" y="358338"/>
                </a:lnTo>
                <a:lnTo>
                  <a:pt x="2285298" y="322833"/>
                </a:lnTo>
                <a:close/>
                <a:moveTo>
                  <a:pt x="985097" y="312620"/>
                </a:moveTo>
                <a:lnTo>
                  <a:pt x="2135110" y="312620"/>
                </a:lnTo>
                <a:lnTo>
                  <a:pt x="2148730" y="358335"/>
                </a:lnTo>
                <a:lnTo>
                  <a:pt x="2148731" y="358338"/>
                </a:lnTo>
                <a:lnTo>
                  <a:pt x="2148731" y="358339"/>
                </a:lnTo>
                <a:lnTo>
                  <a:pt x="985097" y="358339"/>
                </a:lnTo>
                <a:lnTo>
                  <a:pt x="985097" y="358338"/>
                </a:lnTo>
                <a:lnTo>
                  <a:pt x="985097" y="322833"/>
                </a:lnTo>
                <a:close/>
                <a:moveTo>
                  <a:pt x="0" y="312620"/>
                </a:moveTo>
                <a:lnTo>
                  <a:pt x="877145" y="312620"/>
                </a:lnTo>
                <a:lnTo>
                  <a:pt x="877145" y="322833"/>
                </a:lnTo>
                <a:lnTo>
                  <a:pt x="877145" y="358338"/>
                </a:lnTo>
                <a:lnTo>
                  <a:pt x="877145" y="358339"/>
                </a:lnTo>
                <a:lnTo>
                  <a:pt x="0" y="358339"/>
                </a:lnTo>
                <a:lnTo>
                  <a:pt x="0" y="358338"/>
                </a:lnTo>
                <a:lnTo>
                  <a:pt x="0" y="322833"/>
                </a:lnTo>
                <a:close/>
                <a:moveTo>
                  <a:pt x="3426524" y="311140"/>
                </a:moveTo>
                <a:lnTo>
                  <a:pt x="4541246" y="311140"/>
                </a:lnTo>
                <a:lnTo>
                  <a:pt x="4565836" y="363528"/>
                </a:lnTo>
                <a:lnTo>
                  <a:pt x="3720591" y="363528"/>
                </a:lnTo>
                <a:lnTo>
                  <a:pt x="3720591" y="361147"/>
                </a:lnTo>
                <a:lnTo>
                  <a:pt x="3403052" y="361147"/>
                </a:lnTo>
                <a:close/>
                <a:moveTo>
                  <a:pt x="10479636" y="204267"/>
                </a:moveTo>
                <a:lnTo>
                  <a:pt x="10671926" y="204267"/>
                </a:lnTo>
                <a:lnTo>
                  <a:pt x="11306110" y="204267"/>
                </a:lnTo>
                <a:lnTo>
                  <a:pt x="11306110" y="241250"/>
                </a:lnTo>
                <a:lnTo>
                  <a:pt x="10671926" y="241250"/>
                </a:lnTo>
                <a:lnTo>
                  <a:pt x="10463420" y="241250"/>
                </a:lnTo>
                <a:close/>
                <a:moveTo>
                  <a:pt x="9781432" y="203834"/>
                </a:moveTo>
                <a:lnTo>
                  <a:pt x="10286039" y="203834"/>
                </a:lnTo>
                <a:lnTo>
                  <a:pt x="10286039" y="240739"/>
                </a:lnTo>
                <a:lnTo>
                  <a:pt x="9781432" y="240739"/>
                </a:lnTo>
                <a:close/>
                <a:moveTo>
                  <a:pt x="8612890" y="203834"/>
                </a:moveTo>
                <a:lnTo>
                  <a:pt x="9668568" y="203834"/>
                </a:lnTo>
                <a:lnTo>
                  <a:pt x="9668568" y="240739"/>
                </a:lnTo>
                <a:lnTo>
                  <a:pt x="8612890" y="240739"/>
                </a:lnTo>
                <a:close/>
                <a:moveTo>
                  <a:pt x="8042875" y="203834"/>
                </a:moveTo>
                <a:lnTo>
                  <a:pt x="8501703" y="203834"/>
                </a:lnTo>
                <a:lnTo>
                  <a:pt x="8501703" y="240739"/>
                </a:lnTo>
                <a:lnTo>
                  <a:pt x="8042875" y="240739"/>
                </a:lnTo>
                <a:close/>
                <a:moveTo>
                  <a:pt x="7193139" y="203834"/>
                </a:moveTo>
                <a:lnTo>
                  <a:pt x="7762309" y="203834"/>
                </a:lnTo>
                <a:lnTo>
                  <a:pt x="7779389" y="240739"/>
                </a:lnTo>
                <a:lnTo>
                  <a:pt x="7193139" y="240739"/>
                </a:lnTo>
                <a:close/>
                <a:moveTo>
                  <a:pt x="6188669" y="203834"/>
                </a:moveTo>
                <a:lnTo>
                  <a:pt x="7080275" y="203834"/>
                </a:lnTo>
                <a:lnTo>
                  <a:pt x="7080275" y="240739"/>
                </a:lnTo>
                <a:lnTo>
                  <a:pt x="6188669" y="240739"/>
                </a:lnTo>
                <a:close/>
                <a:moveTo>
                  <a:pt x="5574793" y="203834"/>
                </a:moveTo>
                <a:lnTo>
                  <a:pt x="6073294" y="203834"/>
                </a:lnTo>
                <a:lnTo>
                  <a:pt x="6073294" y="240739"/>
                </a:lnTo>
                <a:lnTo>
                  <a:pt x="5574793" y="240739"/>
                </a:lnTo>
                <a:close/>
                <a:moveTo>
                  <a:pt x="4792811" y="203834"/>
                </a:moveTo>
                <a:lnTo>
                  <a:pt x="5291307" y="203834"/>
                </a:lnTo>
                <a:lnTo>
                  <a:pt x="5291307" y="240739"/>
                </a:lnTo>
                <a:lnTo>
                  <a:pt x="4792811" y="240739"/>
                </a:lnTo>
                <a:close/>
                <a:moveTo>
                  <a:pt x="2285298" y="203834"/>
                </a:moveTo>
                <a:lnTo>
                  <a:pt x="3183254" y="203834"/>
                </a:lnTo>
                <a:lnTo>
                  <a:pt x="3183254" y="240739"/>
                </a:lnTo>
                <a:lnTo>
                  <a:pt x="2285298" y="240739"/>
                </a:lnTo>
                <a:close/>
                <a:moveTo>
                  <a:pt x="985097" y="203834"/>
                </a:moveTo>
                <a:lnTo>
                  <a:pt x="2069184" y="203834"/>
                </a:lnTo>
                <a:cubicBezTo>
                  <a:pt x="2078730" y="215259"/>
                  <a:pt x="2086715" y="227762"/>
                  <a:pt x="2093941" y="240739"/>
                </a:cubicBezTo>
                <a:lnTo>
                  <a:pt x="985097" y="240739"/>
                </a:lnTo>
                <a:close/>
                <a:moveTo>
                  <a:pt x="0" y="203834"/>
                </a:moveTo>
                <a:lnTo>
                  <a:pt x="877145" y="203834"/>
                </a:lnTo>
                <a:lnTo>
                  <a:pt x="877145" y="240739"/>
                </a:lnTo>
                <a:lnTo>
                  <a:pt x="0" y="240739"/>
                </a:lnTo>
                <a:close/>
                <a:moveTo>
                  <a:pt x="3491565" y="203833"/>
                </a:moveTo>
                <a:lnTo>
                  <a:pt x="4473824" y="203833"/>
                </a:lnTo>
                <a:cubicBezTo>
                  <a:pt x="4482698" y="215677"/>
                  <a:pt x="4491028" y="228051"/>
                  <a:pt x="4499119" y="240738"/>
                </a:cubicBezTo>
                <a:lnTo>
                  <a:pt x="3466269" y="240738"/>
                </a:lnTo>
                <a:cubicBezTo>
                  <a:pt x="3474361" y="228051"/>
                  <a:pt x="3482694" y="215677"/>
                  <a:pt x="3491565" y="203833"/>
                </a:cubicBezTo>
                <a:close/>
                <a:moveTo>
                  <a:pt x="10550205" y="96959"/>
                </a:moveTo>
                <a:lnTo>
                  <a:pt x="10671926" y="96959"/>
                </a:lnTo>
                <a:lnTo>
                  <a:pt x="11306110" y="96959"/>
                </a:lnTo>
                <a:lnTo>
                  <a:pt x="11306110" y="121993"/>
                </a:lnTo>
                <a:lnTo>
                  <a:pt x="10671926" y="121993"/>
                </a:lnTo>
                <a:lnTo>
                  <a:pt x="10531544" y="121993"/>
                </a:lnTo>
                <a:close/>
                <a:moveTo>
                  <a:pt x="9781432" y="96753"/>
                </a:moveTo>
                <a:lnTo>
                  <a:pt x="10286039" y="96753"/>
                </a:lnTo>
                <a:lnTo>
                  <a:pt x="10286039" y="121735"/>
                </a:lnTo>
                <a:lnTo>
                  <a:pt x="9781432" y="121735"/>
                </a:lnTo>
                <a:close/>
                <a:moveTo>
                  <a:pt x="8612890" y="96753"/>
                </a:moveTo>
                <a:lnTo>
                  <a:pt x="9668568" y="96753"/>
                </a:lnTo>
                <a:lnTo>
                  <a:pt x="9668568" y="121735"/>
                </a:lnTo>
                <a:lnTo>
                  <a:pt x="8612890" y="121735"/>
                </a:lnTo>
                <a:close/>
                <a:moveTo>
                  <a:pt x="8042875" y="96753"/>
                </a:moveTo>
                <a:lnTo>
                  <a:pt x="8501703" y="96753"/>
                </a:lnTo>
                <a:lnTo>
                  <a:pt x="8501703" y="121735"/>
                </a:lnTo>
                <a:lnTo>
                  <a:pt x="8042875" y="121735"/>
                </a:lnTo>
                <a:close/>
                <a:moveTo>
                  <a:pt x="7193139" y="96753"/>
                </a:moveTo>
                <a:lnTo>
                  <a:pt x="7712749" y="96753"/>
                </a:lnTo>
                <a:lnTo>
                  <a:pt x="7724312" y="121735"/>
                </a:lnTo>
                <a:lnTo>
                  <a:pt x="7193139" y="121735"/>
                </a:lnTo>
                <a:close/>
                <a:moveTo>
                  <a:pt x="6188669" y="96753"/>
                </a:moveTo>
                <a:lnTo>
                  <a:pt x="7080275" y="96753"/>
                </a:lnTo>
                <a:lnTo>
                  <a:pt x="7080275" y="121735"/>
                </a:lnTo>
                <a:lnTo>
                  <a:pt x="6188669" y="121735"/>
                </a:lnTo>
                <a:close/>
                <a:moveTo>
                  <a:pt x="5574793" y="96753"/>
                </a:moveTo>
                <a:lnTo>
                  <a:pt x="6073294" y="96753"/>
                </a:lnTo>
                <a:lnTo>
                  <a:pt x="6073294" y="121735"/>
                </a:lnTo>
                <a:lnTo>
                  <a:pt x="5574793" y="121735"/>
                </a:lnTo>
                <a:close/>
                <a:moveTo>
                  <a:pt x="4792811" y="96753"/>
                </a:moveTo>
                <a:lnTo>
                  <a:pt x="5291307" y="96753"/>
                </a:lnTo>
                <a:lnTo>
                  <a:pt x="5291307" y="121735"/>
                </a:lnTo>
                <a:lnTo>
                  <a:pt x="4792811" y="121735"/>
                </a:lnTo>
                <a:close/>
                <a:moveTo>
                  <a:pt x="2285298" y="96753"/>
                </a:moveTo>
                <a:lnTo>
                  <a:pt x="3183254" y="96753"/>
                </a:lnTo>
                <a:lnTo>
                  <a:pt x="3183254" y="121735"/>
                </a:lnTo>
                <a:lnTo>
                  <a:pt x="2285298" y="121735"/>
                </a:lnTo>
                <a:close/>
                <a:moveTo>
                  <a:pt x="985097" y="96753"/>
                </a:moveTo>
                <a:lnTo>
                  <a:pt x="1978552" y="96753"/>
                </a:lnTo>
                <a:cubicBezTo>
                  <a:pt x="1987269" y="104388"/>
                  <a:pt x="1995490" y="112539"/>
                  <a:pt x="2002599" y="121735"/>
                </a:cubicBezTo>
                <a:lnTo>
                  <a:pt x="985097" y="121735"/>
                </a:lnTo>
                <a:close/>
                <a:moveTo>
                  <a:pt x="0" y="96753"/>
                </a:moveTo>
                <a:lnTo>
                  <a:pt x="877145" y="96753"/>
                </a:lnTo>
                <a:lnTo>
                  <a:pt x="877145" y="121735"/>
                </a:lnTo>
                <a:lnTo>
                  <a:pt x="0" y="121735"/>
                </a:lnTo>
                <a:close/>
                <a:moveTo>
                  <a:pt x="3581580" y="96752"/>
                </a:moveTo>
                <a:lnTo>
                  <a:pt x="4383809" y="96752"/>
                </a:lnTo>
                <a:cubicBezTo>
                  <a:pt x="4392080" y="104604"/>
                  <a:pt x="4400028" y="112884"/>
                  <a:pt x="4407456" y="121734"/>
                </a:cubicBezTo>
                <a:lnTo>
                  <a:pt x="3557933" y="121734"/>
                </a:lnTo>
                <a:cubicBezTo>
                  <a:pt x="3565365" y="112884"/>
                  <a:pt x="3573309" y="104604"/>
                  <a:pt x="3581580" y="96752"/>
                </a:cubicBezTo>
                <a:close/>
                <a:moveTo>
                  <a:pt x="10683999" y="1"/>
                </a:moveTo>
                <a:lnTo>
                  <a:pt x="10743787" y="1"/>
                </a:lnTo>
                <a:cubicBezTo>
                  <a:pt x="10762889" y="1"/>
                  <a:pt x="10781796" y="856"/>
                  <a:pt x="10800434" y="2849"/>
                </a:cubicBezTo>
                <a:lnTo>
                  <a:pt x="10800434" y="1"/>
                </a:lnTo>
                <a:lnTo>
                  <a:pt x="11306110" y="1"/>
                </a:lnTo>
                <a:lnTo>
                  <a:pt x="11306110" y="14690"/>
                </a:lnTo>
                <a:lnTo>
                  <a:pt x="10671926" y="14690"/>
                </a:lnTo>
                <a:lnTo>
                  <a:pt x="10634292" y="14690"/>
                </a:lnTo>
                <a:cubicBezTo>
                  <a:pt x="10638035" y="10809"/>
                  <a:pt x="10642253" y="7500"/>
                  <a:pt x="10646512" y="4251"/>
                </a:cubicBezTo>
                <a:lnTo>
                  <a:pt x="10646512" y="2687"/>
                </a:lnTo>
                <a:lnTo>
                  <a:pt x="10671926" y="1221"/>
                </a:lnTo>
                <a:lnTo>
                  <a:pt x="10671926" y="697"/>
                </a:lnTo>
                <a:close/>
                <a:moveTo>
                  <a:pt x="9781432" y="1"/>
                </a:moveTo>
                <a:lnTo>
                  <a:pt x="10286039" y="1"/>
                </a:lnTo>
                <a:lnTo>
                  <a:pt x="10286039" y="14659"/>
                </a:lnTo>
                <a:lnTo>
                  <a:pt x="9781432" y="14659"/>
                </a:lnTo>
                <a:close/>
                <a:moveTo>
                  <a:pt x="8612890" y="1"/>
                </a:moveTo>
                <a:lnTo>
                  <a:pt x="9668568" y="1"/>
                </a:lnTo>
                <a:lnTo>
                  <a:pt x="9668568" y="14659"/>
                </a:lnTo>
                <a:lnTo>
                  <a:pt x="8612890" y="14659"/>
                </a:lnTo>
                <a:close/>
                <a:moveTo>
                  <a:pt x="8042875" y="1"/>
                </a:moveTo>
                <a:lnTo>
                  <a:pt x="8501703" y="1"/>
                </a:lnTo>
                <a:lnTo>
                  <a:pt x="8501703" y="14659"/>
                </a:lnTo>
                <a:lnTo>
                  <a:pt x="8042875" y="14659"/>
                </a:lnTo>
                <a:close/>
                <a:moveTo>
                  <a:pt x="7193139" y="1"/>
                </a:moveTo>
                <a:lnTo>
                  <a:pt x="7667970" y="1"/>
                </a:lnTo>
                <a:lnTo>
                  <a:pt x="7674758" y="14659"/>
                </a:lnTo>
                <a:lnTo>
                  <a:pt x="7193139" y="14659"/>
                </a:lnTo>
                <a:close/>
                <a:moveTo>
                  <a:pt x="6188669" y="1"/>
                </a:moveTo>
                <a:lnTo>
                  <a:pt x="7080275" y="1"/>
                </a:lnTo>
                <a:lnTo>
                  <a:pt x="7080275" y="14659"/>
                </a:lnTo>
                <a:lnTo>
                  <a:pt x="6188669" y="14659"/>
                </a:lnTo>
                <a:close/>
                <a:moveTo>
                  <a:pt x="5574793" y="1"/>
                </a:moveTo>
                <a:lnTo>
                  <a:pt x="6073294" y="1"/>
                </a:lnTo>
                <a:lnTo>
                  <a:pt x="6073294" y="14659"/>
                </a:lnTo>
                <a:lnTo>
                  <a:pt x="5574793" y="14659"/>
                </a:lnTo>
                <a:close/>
                <a:moveTo>
                  <a:pt x="4792811" y="1"/>
                </a:moveTo>
                <a:lnTo>
                  <a:pt x="5291307" y="1"/>
                </a:lnTo>
                <a:lnTo>
                  <a:pt x="5291307" y="14659"/>
                </a:lnTo>
                <a:lnTo>
                  <a:pt x="4792811" y="14659"/>
                </a:lnTo>
                <a:close/>
                <a:moveTo>
                  <a:pt x="2285298" y="1"/>
                </a:moveTo>
                <a:lnTo>
                  <a:pt x="3183254" y="1"/>
                </a:lnTo>
                <a:lnTo>
                  <a:pt x="3183254" y="14659"/>
                </a:lnTo>
                <a:lnTo>
                  <a:pt x="2285298" y="14659"/>
                </a:lnTo>
                <a:close/>
                <a:moveTo>
                  <a:pt x="985097" y="1"/>
                </a:moveTo>
                <a:lnTo>
                  <a:pt x="1846470" y="1"/>
                </a:lnTo>
                <a:lnTo>
                  <a:pt x="1869376" y="14659"/>
                </a:lnTo>
                <a:lnTo>
                  <a:pt x="985097" y="14659"/>
                </a:lnTo>
                <a:close/>
                <a:moveTo>
                  <a:pt x="0" y="1"/>
                </a:moveTo>
                <a:lnTo>
                  <a:pt x="877145" y="1"/>
                </a:lnTo>
                <a:lnTo>
                  <a:pt x="877145" y="14659"/>
                </a:lnTo>
                <a:lnTo>
                  <a:pt x="0" y="14659"/>
                </a:lnTo>
                <a:close/>
                <a:moveTo>
                  <a:pt x="3702830" y="0"/>
                </a:moveTo>
                <a:lnTo>
                  <a:pt x="4262563" y="0"/>
                </a:lnTo>
                <a:lnTo>
                  <a:pt x="4284257" y="14658"/>
                </a:lnTo>
                <a:lnTo>
                  <a:pt x="3681132" y="1465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sz="1800" noProof="0" dirty="0">
              <a:solidFill>
                <a:schemeClr val="accent4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6B535C-84ED-4356-BD92-E71ADFD50832}"/>
              </a:ext>
            </a:extLst>
          </p:cNvPr>
          <p:cNvGrpSpPr/>
          <p:nvPr userDrawn="1"/>
        </p:nvGrpSpPr>
        <p:grpSpPr>
          <a:xfrm>
            <a:off x="374720" y="4899312"/>
            <a:ext cx="4919416" cy="122666"/>
            <a:chOff x="374719" y="4899311"/>
            <a:chExt cx="4919416" cy="122666"/>
          </a:xfrm>
        </p:grpSpPr>
        <p:sp>
          <p:nvSpPr>
            <p:cNvPr id="5" name="FRQ_Divider"/>
            <p:cNvSpPr/>
            <p:nvPr userDrawn="1"/>
          </p:nvSpPr>
          <p:spPr>
            <a:xfrm>
              <a:off x="4122794" y="4899311"/>
              <a:ext cx="105958" cy="108671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/>
            <a:p>
              <a:pPr lvl="0" algn="ctr" defTabSz="457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600" b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  <a:cs typeface="Nirmala UI" panose="020B0502040204020203" pitchFamily="34" charset="0"/>
                </a:rPr>
                <a:t>|</a:t>
              </a:r>
            </a:p>
          </p:txBody>
        </p:sp>
        <p:sp>
          <p:nvSpPr>
            <p:cNvPr id="43" name="FRQ_Copyright"/>
            <p:cNvSpPr/>
            <p:nvPr userDrawn="1"/>
          </p:nvSpPr>
          <p:spPr>
            <a:xfrm>
              <a:off x="4239978" y="4913977"/>
              <a:ext cx="1054157" cy="108000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/>
            <a:p>
              <a:pPr defTabSz="457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600" b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  <a:cs typeface="Nirmala UI" panose="020B0502040204020203" pitchFamily="34" charset="0"/>
                </a:rPr>
                <a:t>© Frequentis AG 2024</a:t>
              </a:r>
            </a:p>
          </p:txBody>
        </p:sp>
        <p:sp>
          <p:nvSpPr>
            <p:cNvPr id="44" name="FRQ_Classification"/>
            <p:cNvSpPr/>
            <p:nvPr/>
          </p:nvSpPr>
          <p:spPr>
            <a:xfrm>
              <a:off x="3239852" y="4913977"/>
              <a:ext cx="871716" cy="108000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/>
            <a:p>
              <a:pPr algn="r" defTabSz="457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600" b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  <a:cs typeface="Nirmala UI" panose="020B0502040204020203" pitchFamily="34" charset="0"/>
                </a:rPr>
                <a:t>Frequentis General</a:t>
              </a:r>
            </a:p>
          </p:txBody>
        </p:sp>
        <p:sp>
          <p:nvSpPr>
            <p:cNvPr id="42" name="FRQ_Filename"/>
            <p:cNvSpPr txBox="1"/>
            <p:nvPr userDrawn="1"/>
          </p:nvSpPr>
          <p:spPr bwMode="ltGray">
            <a:xfrm>
              <a:off x="468064" y="4913306"/>
              <a:ext cx="1476887" cy="108671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>
              <a:defPPr>
                <a:defRPr lang="en-US"/>
              </a:defPPr>
              <a:lvl1pPr lvl="0" defTabSz="45720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rgbClr val="9FA0A3"/>
                  </a:solidFill>
                  <a:cs typeface="Nirmala UI" panose="020B0502040204020203" pitchFamily="34" charset="0"/>
                </a:defRPr>
              </a:lvl1pPr>
            </a:lstStyle>
            <a:p>
              <a:pPr lvl="0"/>
              <a:r>
                <a:rPr lang="en-GB" sz="600" b="0" baseline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</a:rPr>
                <a:t>Presentation title</a:t>
              </a:r>
              <a:endParaRPr lang="en-GB" sz="600" b="0" noProof="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94" name="FRQ_Divider">
              <a:extLst>
                <a:ext uri="{FF2B5EF4-FFF2-40B4-BE49-F238E27FC236}">
                  <a16:creationId xmlns:a16="http://schemas.microsoft.com/office/drawing/2014/main" id="{BF010216-3C47-425B-8944-73A4F3C329FC}"/>
                </a:ext>
              </a:extLst>
            </p:cNvPr>
            <p:cNvSpPr/>
            <p:nvPr userDrawn="1"/>
          </p:nvSpPr>
          <p:spPr>
            <a:xfrm>
              <a:off x="374719" y="4899311"/>
              <a:ext cx="105958" cy="108671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/>
            <a:p>
              <a:pPr lvl="0" algn="ctr" defTabSz="457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600" b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  <a:cs typeface="Nirmala UI" panose="020B0502040204020203" pitchFamily="34" charset="0"/>
                </a:rPr>
                <a:t>|</a:t>
              </a:r>
            </a:p>
          </p:txBody>
        </p:sp>
        <p:sp>
          <p:nvSpPr>
            <p:cNvPr id="77" name="FRQ_Classification">
              <a:extLst>
                <a:ext uri="{FF2B5EF4-FFF2-40B4-BE49-F238E27FC236}">
                  <a16:creationId xmlns:a16="http://schemas.microsoft.com/office/drawing/2014/main" id="{9B0E9145-614A-4585-9A11-F5AF28ED094F}"/>
                </a:ext>
              </a:extLst>
            </p:cNvPr>
            <p:cNvSpPr/>
            <p:nvPr userDrawn="1"/>
          </p:nvSpPr>
          <p:spPr>
            <a:xfrm>
              <a:off x="2029235" y="4913977"/>
              <a:ext cx="958589" cy="108000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/>
            <a:lstStyle/>
            <a:p>
              <a:pPr algn="l" defTabSz="457189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600" b="0" noProof="0" dirty="0">
                  <a:solidFill>
                    <a:schemeClr val="tx2">
                      <a:lumMod val="40000"/>
                      <a:lumOff val="60000"/>
                    </a:schemeClr>
                  </a:solidFill>
                  <a:cs typeface="Nirmala UI" panose="020B0502040204020203" pitchFamily="34" charset="0"/>
                </a:rPr>
                <a:t>&lt;by Presenter&gt;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DE3ADEF-25D2-0AF7-B25D-545E67028ED2}"/>
              </a:ext>
            </a:extLst>
          </p:cNvPr>
          <p:cNvGrpSpPr/>
          <p:nvPr userDrawn="1"/>
        </p:nvGrpSpPr>
        <p:grpSpPr>
          <a:xfrm>
            <a:off x="5137855" y="5678508"/>
            <a:ext cx="432000" cy="406800"/>
            <a:chOff x="2645779" y="5192903"/>
            <a:chExt cx="432000" cy="406800"/>
          </a:xfrm>
        </p:grpSpPr>
        <p:sp useBgFill="1">
          <p:nvSpPr>
            <p:cNvPr id="127" name="Rechteck 72">
              <a:extLst>
                <a:ext uri="{FF2B5EF4-FFF2-40B4-BE49-F238E27FC236}">
                  <a16:creationId xmlns:a16="http://schemas.microsoft.com/office/drawing/2014/main" id="{19A9F244-E0AC-AE2D-B52B-918088106FF5}"/>
                </a:ext>
              </a:extLst>
            </p:cNvPr>
            <p:cNvSpPr/>
            <p:nvPr userDrawn="1"/>
          </p:nvSpPr>
          <p:spPr>
            <a:xfrm>
              <a:off x="2732847" y="5317295"/>
              <a:ext cx="264203" cy="250904"/>
            </a:xfrm>
            <a:prstGeom prst="rect">
              <a:avLst/>
            </a:prstGeom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89444" bIns="89444" rtlCol="0" anchor="ctr" anchorCtr="0"/>
            <a:lstStyle/>
            <a:p>
              <a:pPr algn="ctr">
                <a:lnSpc>
                  <a:spcPct val="90000"/>
                </a:lnSpc>
                <a:spcAft>
                  <a:spcPts val="592"/>
                </a:spcAft>
              </a:pPr>
              <a:endParaRPr lang="en-GB" sz="1382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A8B7F4F-D714-68A0-89D5-39F794643065}"/>
                </a:ext>
              </a:extLst>
            </p:cNvPr>
            <p:cNvGrpSpPr/>
            <p:nvPr userDrawn="1"/>
          </p:nvGrpSpPr>
          <p:grpSpPr>
            <a:xfrm>
              <a:off x="2816016" y="5367406"/>
              <a:ext cx="97862" cy="98175"/>
              <a:chOff x="2816016" y="5367406"/>
              <a:chExt cx="97862" cy="98175"/>
            </a:xfrm>
          </p:grpSpPr>
          <p:sp>
            <p:nvSpPr>
              <p:cNvPr id="130" name="Freeform: Shape 129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AA13E480-85C0-1F5D-CFF0-A7F02EA8DC6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5400000" flipH="1">
                <a:off x="2838225" y="5389928"/>
                <a:ext cx="53444" cy="97862"/>
              </a:xfrm>
              <a:custGeom>
                <a:avLst/>
                <a:gdLst>
                  <a:gd name="connsiteX0" fmla="*/ 53444 w 53444"/>
                  <a:gd name="connsiteY0" fmla="*/ 48931 h 97862"/>
                  <a:gd name="connsiteX1" fmla="*/ 15422 w 53444"/>
                  <a:gd name="connsiteY1" fmla="*/ 0 h 97862"/>
                  <a:gd name="connsiteX2" fmla="*/ 0 w 53444"/>
                  <a:gd name="connsiteY2" fmla="*/ 0 h 97862"/>
                  <a:gd name="connsiteX3" fmla="*/ 38022 w 53444"/>
                  <a:gd name="connsiteY3" fmla="*/ 48931 h 97862"/>
                  <a:gd name="connsiteX4" fmla="*/ 0 w 53444"/>
                  <a:gd name="connsiteY4" fmla="*/ 97862 h 97862"/>
                  <a:gd name="connsiteX5" fmla="*/ 15422 w 53444"/>
                  <a:gd name="connsiteY5" fmla="*/ 97862 h 9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444" h="97862">
                    <a:moveTo>
                      <a:pt x="53444" y="48931"/>
                    </a:moveTo>
                    <a:lnTo>
                      <a:pt x="15422" y="0"/>
                    </a:lnTo>
                    <a:lnTo>
                      <a:pt x="0" y="0"/>
                    </a:lnTo>
                    <a:lnTo>
                      <a:pt x="38022" y="48931"/>
                    </a:lnTo>
                    <a:lnTo>
                      <a:pt x="0" y="97862"/>
                    </a:lnTo>
                    <a:lnTo>
                      <a:pt x="15422" y="97862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556" tIns="71556" rIns="71556" bIns="71556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03130">
                  <a:defRPr/>
                </a:pPr>
                <a:endParaRPr lang="en-GB" sz="1186" kern="0" noProof="0" dirty="0">
                  <a:solidFill>
                    <a:schemeClr val="bg1">
                      <a:alpha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1" name="&lt; forward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895776E6-77F6-9046-8429-F7802B202F08}"/>
                  </a:ext>
                </a:extLst>
              </p:cNvPr>
              <p:cNvSpPr>
                <a:spLocks/>
              </p:cNvSpPr>
              <p:nvPr userDrawn="1"/>
            </p:nvSpPr>
            <p:spPr>
              <a:xfrm rot="5400000" flipH="1">
                <a:off x="2843779" y="5367406"/>
                <a:ext cx="36000" cy="3600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556" tIns="71556" rIns="71556" bIns="71556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03130">
                  <a:defRPr/>
                </a:pPr>
                <a:endParaRPr lang="en-GB" sz="1186" kern="0" noProof="0" dirty="0">
                  <a:solidFill>
                    <a:schemeClr val="bg1">
                      <a:alpha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29" name="forward link">
              <a:extLst>
                <a:ext uri="{FF2B5EF4-FFF2-40B4-BE49-F238E27FC236}">
                  <a16:creationId xmlns:a16="http://schemas.microsoft.com/office/drawing/2014/main" id="{463FFD4C-BF1E-3396-1E61-316777D7E04A}"/>
                </a:ext>
              </a:extLst>
            </p:cNvPr>
            <p:cNvSpPr/>
            <p:nvPr userDrawn="1"/>
          </p:nvSpPr>
          <p:spPr>
            <a:xfrm>
              <a:off x="2645779" y="5192903"/>
              <a:ext cx="432000" cy="4068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hub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12341F-C58B-35B7-9F6C-95140ACBE1B2}"/>
              </a:ext>
            </a:extLst>
          </p:cNvPr>
          <p:cNvGrpSpPr/>
          <p:nvPr userDrawn="1"/>
        </p:nvGrpSpPr>
        <p:grpSpPr>
          <a:xfrm>
            <a:off x="7053016" y="5678508"/>
            <a:ext cx="432000" cy="406800"/>
            <a:chOff x="2650610" y="5192903"/>
            <a:chExt cx="432000" cy="406800"/>
          </a:xfrm>
        </p:grpSpPr>
        <p:sp useBgFill="1">
          <p:nvSpPr>
            <p:cNvPr id="133" name="Rechteck 72">
              <a:extLst>
                <a:ext uri="{FF2B5EF4-FFF2-40B4-BE49-F238E27FC236}">
                  <a16:creationId xmlns:a16="http://schemas.microsoft.com/office/drawing/2014/main" id="{D376703E-CB80-47AB-EE17-191BA5E5B0B7}"/>
                </a:ext>
              </a:extLst>
            </p:cNvPr>
            <p:cNvSpPr/>
            <p:nvPr userDrawn="1"/>
          </p:nvSpPr>
          <p:spPr>
            <a:xfrm>
              <a:off x="2732847" y="5317295"/>
              <a:ext cx="264203" cy="250904"/>
            </a:xfrm>
            <a:prstGeom prst="rect">
              <a:avLst/>
            </a:prstGeom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89444" bIns="89444" rtlCol="0" anchor="ctr" anchorCtr="0"/>
            <a:lstStyle/>
            <a:p>
              <a:pPr algn="ctr">
                <a:lnSpc>
                  <a:spcPct val="90000"/>
                </a:lnSpc>
                <a:spcAft>
                  <a:spcPts val="592"/>
                </a:spcAft>
              </a:pPr>
              <a:endParaRPr lang="en-GB" sz="1382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39ED3D5-F06A-76B5-3C1F-AF5EC34F4645}"/>
                </a:ext>
              </a:extLst>
            </p:cNvPr>
            <p:cNvGrpSpPr/>
            <p:nvPr userDrawn="1"/>
          </p:nvGrpSpPr>
          <p:grpSpPr>
            <a:xfrm>
              <a:off x="2816016" y="5392672"/>
              <a:ext cx="99526" cy="72909"/>
              <a:chOff x="2816016" y="5392672"/>
              <a:chExt cx="99526" cy="72909"/>
            </a:xfrm>
          </p:grpSpPr>
          <p:sp>
            <p:nvSpPr>
              <p:cNvPr id="136" name="Freeform: Shape 135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BB9892C2-4175-F717-EE4D-D7239B5863E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5400000" flipH="1">
                <a:off x="2838225" y="5389928"/>
                <a:ext cx="53444" cy="97862"/>
              </a:xfrm>
              <a:custGeom>
                <a:avLst/>
                <a:gdLst>
                  <a:gd name="connsiteX0" fmla="*/ 53444 w 53444"/>
                  <a:gd name="connsiteY0" fmla="*/ 48931 h 97862"/>
                  <a:gd name="connsiteX1" fmla="*/ 15422 w 53444"/>
                  <a:gd name="connsiteY1" fmla="*/ 0 h 97862"/>
                  <a:gd name="connsiteX2" fmla="*/ 0 w 53444"/>
                  <a:gd name="connsiteY2" fmla="*/ 0 h 97862"/>
                  <a:gd name="connsiteX3" fmla="*/ 38022 w 53444"/>
                  <a:gd name="connsiteY3" fmla="*/ 48931 h 97862"/>
                  <a:gd name="connsiteX4" fmla="*/ 0 w 53444"/>
                  <a:gd name="connsiteY4" fmla="*/ 97862 h 97862"/>
                  <a:gd name="connsiteX5" fmla="*/ 15422 w 53444"/>
                  <a:gd name="connsiteY5" fmla="*/ 97862 h 9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444" h="97862">
                    <a:moveTo>
                      <a:pt x="53444" y="48931"/>
                    </a:moveTo>
                    <a:lnTo>
                      <a:pt x="15422" y="0"/>
                    </a:lnTo>
                    <a:lnTo>
                      <a:pt x="0" y="0"/>
                    </a:lnTo>
                    <a:lnTo>
                      <a:pt x="38022" y="48931"/>
                    </a:lnTo>
                    <a:lnTo>
                      <a:pt x="0" y="97862"/>
                    </a:lnTo>
                    <a:lnTo>
                      <a:pt x="15422" y="97862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556" tIns="71556" rIns="71556" bIns="71556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03130">
                  <a:defRPr/>
                </a:pPr>
                <a:endParaRPr lang="en-GB" sz="1186" kern="0" noProof="0" dirty="0">
                  <a:solidFill>
                    <a:schemeClr val="bg1">
                      <a:alpha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7" name="&lt; forward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49FC8A42-781B-AEBB-5E4F-3656FF9DDEDA}"/>
                  </a:ext>
                </a:extLst>
              </p:cNvPr>
              <p:cNvSpPr>
                <a:spLocks/>
              </p:cNvSpPr>
              <p:nvPr userDrawn="1"/>
            </p:nvSpPr>
            <p:spPr>
              <a:xfrm rot="5400000" flipH="1">
                <a:off x="2861244" y="5349108"/>
                <a:ext cx="10733" cy="97862"/>
              </a:xfrm>
              <a:prstGeom prst="rect">
                <a:avLst/>
              </a:prstGeom>
              <a:solidFill>
                <a:schemeClr val="accent1">
                  <a:alpha val="30000"/>
                </a:schemeClr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556" tIns="71556" rIns="71556" bIns="71556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03130">
                  <a:defRPr/>
                </a:pPr>
                <a:endParaRPr lang="en-GB" sz="1186" kern="0" noProof="0" dirty="0">
                  <a:solidFill>
                    <a:schemeClr val="bg1">
                      <a:alpha val="50000"/>
                    </a:schemeClr>
                  </a:solidFill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35" name="forward link">
              <a:hlinkClick r:id="" action="ppaction://hlinkshowjump?jump=firstslide"/>
              <a:extLst>
                <a:ext uri="{FF2B5EF4-FFF2-40B4-BE49-F238E27FC236}">
                  <a16:creationId xmlns:a16="http://schemas.microsoft.com/office/drawing/2014/main" id="{906FCE3F-7F2C-4A9E-DA69-649007F7BC42}"/>
                </a:ext>
              </a:extLst>
            </p:cNvPr>
            <p:cNvSpPr/>
            <p:nvPr userDrawn="1"/>
          </p:nvSpPr>
          <p:spPr>
            <a:xfrm>
              <a:off x="2650610" y="5192903"/>
              <a:ext cx="432000" cy="4068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72000" rIns="108000" bIns="216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alpha val="3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#1</a:t>
              </a:r>
            </a:p>
          </p:txBody>
        </p:sp>
      </p:grpSp>
      <p:sp>
        <p:nvSpPr>
          <p:cNvPr id="10" name="FRQ_Pagenumber">
            <a:extLst>
              <a:ext uri="{FF2B5EF4-FFF2-40B4-BE49-F238E27FC236}">
                <a16:creationId xmlns:a16="http://schemas.microsoft.com/office/drawing/2014/main" id="{A0491ED7-3447-7859-6592-B3948D246CA9}"/>
              </a:ext>
            </a:extLst>
          </p:cNvPr>
          <p:cNvSpPr txBox="1">
            <a:spLocks/>
          </p:cNvSpPr>
          <p:nvPr userDrawn="1"/>
        </p:nvSpPr>
        <p:spPr>
          <a:xfrm>
            <a:off x="107786" y="4906310"/>
            <a:ext cx="215742" cy="108671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algn="r" defTabSz="45720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rgbClr val="9FA0A3"/>
                </a:solidFill>
              </a:defRPr>
            </a:lvl1pPr>
          </a:lstStyle>
          <a:p>
            <a:pPr lvl="0"/>
            <a:fld id="{55EBB533-47C6-499F-9475-A0F04D70EE7B}" type="slidenum">
              <a:rPr lang="en-GB" sz="600" b="0" noProof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‹#›</a:t>
            </a:fld>
            <a:endParaRPr lang="en-GB" sz="600" b="0" noProof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A4BD86-6E6C-0172-C789-1C3454C2A0D4}"/>
              </a:ext>
            </a:extLst>
          </p:cNvPr>
          <p:cNvGrpSpPr/>
          <p:nvPr userDrawn="1"/>
        </p:nvGrpSpPr>
        <p:grpSpPr>
          <a:xfrm>
            <a:off x="4233322" y="5206832"/>
            <a:ext cx="4910678" cy="405000"/>
            <a:chOff x="7232066" y="6947818"/>
            <a:chExt cx="6547570" cy="540000"/>
          </a:xfrm>
        </p:grpSpPr>
        <p:sp>
          <p:nvSpPr>
            <p:cNvPr id="22" name="&lt; bac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8E678C2-47D6-4C44-6D94-0CE1A28D5BED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10086061" y="7124849"/>
              <a:ext cx="71421" cy="135423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161924 h 161924"/>
                <a:gd name="connsiteX4" fmla="*/ 127931 w 153292"/>
                <a:gd name="connsiteY4" fmla="*/ 80962 h 161924"/>
                <a:gd name="connsiteX5" fmla="*/ 65408 w 153292"/>
                <a:gd name="connsiteY5" fmla="*/ 0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12" fmla="*/ 0 w 153292"/>
                <a:gd name="connsiteY12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127931 w 153292"/>
                <a:gd name="connsiteY3" fmla="*/ 80962 h 161924"/>
                <a:gd name="connsiteX4" fmla="*/ 65408 w 153292"/>
                <a:gd name="connsiteY4" fmla="*/ 0 h 161924"/>
                <a:gd name="connsiteX5" fmla="*/ 0 w 153292"/>
                <a:gd name="connsiteY5" fmla="*/ 0 h 161924"/>
                <a:gd name="connsiteX6" fmla="*/ 25361 w 153292"/>
                <a:gd name="connsiteY6" fmla="*/ 0 h 161924"/>
                <a:gd name="connsiteX7" fmla="*/ 87884 w 153292"/>
                <a:gd name="connsiteY7" fmla="*/ 80962 h 161924"/>
                <a:gd name="connsiteX8" fmla="*/ 25361 w 153292"/>
                <a:gd name="connsiteY8" fmla="*/ 161924 h 161924"/>
                <a:gd name="connsiteX9" fmla="*/ 0 w 153292"/>
                <a:gd name="connsiteY9" fmla="*/ 161924 h 161924"/>
                <a:gd name="connsiteX10" fmla="*/ 62523 w 153292"/>
                <a:gd name="connsiteY10" fmla="*/ 80962 h 161924"/>
                <a:gd name="connsiteX11" fmla="*/ 0 w 153292"/>
                <a:gd name="connsiteY11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0 h 161924"/>
                <a:gd name="connsiteX4" fmla="*/ 0 w 153292"/>
                <a:gd name="connsiteY4" fmla="*/ 0 h 161924"/>
                <a:gd name="connsiteX5" fmla="*/ 25361 w 153292"/>
                <a:gd name="connsiteY5" fmla="*/ 0 h 161924"/>
                <a:gd name="connsiteX6" fmla="*/ 87884 w 153292"/>
                <a:gd name="connsiteY6" fmla="*/ 80962 h 161924"/>
                <a:gd name="connsiteX7" fmla="*/ 25361 w 153292"/>
                <a:gd name="connsiteY7" fmla="*/ 161924 h 161924"/>
                <a:gd name="connsiteX8" fmla="*/ 0 w 153292"/>
                <a:gd name="connsiteY8" fmla="*/ 161924 h 161924"/>
                <a:gd name="connsiteX9" fmla="*/ 62523 w 153292"/>
                <a:gd name="connsiteY9" fmla="*/ 80962 h 161924"/>
                <a:gd name="connsiteX10" fmla="*/ 0 w 153292"/>
                <a:gd name="connsiteY10" fmla="*/ 0 h 161924"/>
                <a:gd name="connsiteX0" fmla="*/ 65408 w 90769"/>
                <a:gd name="connsiteY0" fmla="*/ 0 h 161924"/>
                <a:gd name="connsiteX1" fmla="*/ 90769 w 90769"/>
                <a:gd name="connsiteY1" fmla="*/ 0 h 161924"/>
                <a:gd name="connsiteX2" fmla="*/ 65408 w 90769"/>
                <a:gd name="connsiteY2" fmla="*/ 0 h 161924"/>
                <a:gd name="connsiteX3" fmla="*/ 0 w 90769"/>
                <a:gd name="connsiteY3" fmla="*/ 0 h 161924"/>
                <a:gd name="connsiteX4" fmla="*/ 25361 w 90769"/>
                <a:gd name="connsiteY4" fmla="*/ 0 h 161924"/>
                <a:gd name="connsiteX5" fmla="*/ 87884 w 90769"/>
                <a:gd name="connsiteY5" fmla="*/ 80962 h 161924"/>
                <a:gd name="connsiteX6" fmla="*/ 25361 w 90769"/>
                <a:gd name="connsiteY6" fmla="*/ 161924 h 161924"/>
                <a:gd name="connsiteX7" fmla="*/ 0 w 90769"/>
                <a:gd name="connsiteY7" fmla="*/ 161924 h 161924"/>
                <a:gd name="connsiteX8" fmla="*/ 62523 w 90769"/>
                <a:gd name="connsiteY8" fmla="*/ 80962 h 161924"/>
                <a:gd name="connsiteX9" fmla="*/ 0 w 90769"/>
                <a:gd name="connsiteY9" fmla="*/ 0 h 161924"/>
                <a:gd name="connsiteX0" fmla="*/ 0 w 87883"/>
                <a:gd name="connsiteY0" fmla="*/ 0 h 161924"/>
                <a:gd name="connsiteX1" fmla="*/ 25361 w 87883"/>
                <a:gd name="connsiteY1" fmla="*/ 0 h 161924"/>
                <a:gd name="connsiteX2" fmla="*/ 87884 w 87883"/>
                <a:gd name="connsiteY2" fmla="*/ 80962 h 161924"/>
                <a:gd name="connsiteX3" fmla="*/ 25361 w 87883"/>
                <a:gd name="connsiteY3" fmla="*/ 161924 h 161924"/>
                <a:gd name="connsiteX4" fmla="*/ 0 w 87883"/>
                <a:gd name="connsiteY4" fmla="*/ 161924 h 161924"/>
                <a:gd name="connsiteX5" fmla="*/ 62523 w 87883"/>
                <a:gd name="connsiteY5" fmla="*/ 80962 h 161924"/>
                <a:gd name="connsiteX6" fmla="*/ 0 w 87883"/>
                <a:gd name="connsiteY6" fmla="*/ 0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883" h="161924"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alpha val="2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B01F1C-1C41-4495-8B1B-E97C11EA7F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46483" y="7082282"/>
              <a:ext cx="0" cy="216000"/>
            </a:xfrm>
            <a:prstGeom prst="line">
              <a:avLst/>
            </a:prstGeom>
            <a:ln w="6350" cap="sq" cmpd="sng">
              <a:solidFill>
                <a:srgbClr val="DCE1E4">
                  <a:alpha val="60000"/>
                </a:srgbClr>
              </a:solidFill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ADB52E-F6B3-32D0-ECA0-2661A6000BB8}"/>
                </a:ext>
              </a:extLst>
            </p:cNvPr>
            <p:cNvGrpSpPr/>
            <p:nvPr userDrawn="1"/>
          </p:nvGrpSpPr>
          <p:grpSpPr>
            <a:xfrm>
              <a:off x="9223531" y="7124849"/>
              <a:ext cx="105657" cy="135423"/>
              <a:chOff x="9223531" y="7167416"/>
              <a:chExt cx="105657" cy="135423"/>
            </a:xfrm>
          </p:grpSpPr>
          <p:sp>
            <p:nvSpPr>
              <p:cNvPr id="32" name="Freihandform: Form 97">
                <a:hlinkClick r:id="" action="ppaction://hlinkshowjump?jump=lastslideviewed"/>
                <a:extLst>
                  <a:ext uri="{FF2B5EF4-FFF2-40B4-BE49-F238E27FC236}">
                    <a16:creationId xmlns:a16="http://schemas.microsoft.com/office/drawing/2014/main" id="{2C9CB27C-6C1A-77B6-5F2D-CA7E578C4A6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flipH="1">
                <a:off x="9257767" y="7167416"/>
                <a:ext cx="71421" cy="135423"/>
              </a:xfrm>
              <a:custGeom>
                <a:avLst/>
                <a:gdLst>
                  <a:gd name="connsiteX0" fmla="*/ 23824 w 82557"/>
                  <a:gd name="connsiteY0" fmla="*/ 0 h 152109"/>
                  <a:gd name="connsiteX1" fmla="*/ 0 w 82557"/>
                  <a:gd name="connsiteY1" fmla="*/ 0 h 152109"/>
                  <a:gd name="connsiteX2" fmla="*/ 58734 w 82557"/>
                  <a:gd name="connsiteY2" fmla="*/ 76055 h 152109"/>
                  <a:gd name="connsiteX3" fmla="*/ 0 w 82557"/>
                  <a:gd name="connsiteY3" fmla="*/ 152109 h 152109"/>
                  <a:gd name="connsiteX4" fmla="*/ 23824 w 82557"/>
                  <a:gd name="connsiteY4" fmla="*/ 152109 h 152109"/>
                  <a:gd name="connsiteX5" fmla="*/ 82557 w 82557"/>
                  <a:gd name="connsiteY5" fmla="*/ 76055 h 15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557" h="152109">
                    <a:moveTo>
                      <a:pt x="23824" y="0"/>
                    </a:moveTo>
                    <a:lnTo>
                      <a:pt x="0" y="0"/>
                    </a:lnTo>
                    <a:lnTo>
                      <a:pt x="58734" y="76055"/>
                    </a:lnTo>
                    <a:lnTo>
                      <a:pt x="0" y="152109"/>
                    </a:lnTo>
                    <a:lnTo>
                      <a:pt x="23824" y="152109"/>
                    </a:lnTo>
                    <a:lnTo>
                      <a:pt x="82557" y="76055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non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3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Freihandform: Form 97">
                <a:hlinkClick r:id="" action="ppaction://hlinkshowjump?jump=lastslideviewed"/>
                <a:extLst>
                  <a:ext uri="{FF2B5EF4-FFF2-40B4-BE49-F238E27FC236}">
                    <a16:creationId xmlns:a16="http://schemas.microsoft.com/office/drawing/2014/main" id="{5D154D7B-85BD-5668-8F46-69B4CABD3F08}"/>
                  </a:ext>
                </a:extLst>
              </p:cNvPr>
              <p:cNvSpPr>
                <a:spLocks/>
              </p:cNvSpPr>
              <p:nvPr userDrawn="1"/>
            </p:nvSpPr>
            <p:spPr>
              <a:xfrm flipH="1">
                <a:off x="9223531" y="7167416"/>
                <a:ext cx="18000" cy="13542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non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3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5" name="&lt; bac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154F541A-4073-1D56-0C7B-D5DDABD4BE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912243" y="7124849"/>
              <a:ext cx="71421" cy="135423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161924 h 161924"/>
                <a:gd name="connsiteX4" fmla="*/ 127931 w 153292"/>
                <a:gd name="connsiteY4" fmla="*/ 80962 h 161924"/>
                <a:gd name="connsiteX5" fmla="*/ 65408 w 153292"/>
                <a:gd name="connsiteY5" fmla="*/ 0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12" fmla="*/ 0 w 153292"/>
                <a:gd name="connsiteY12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127931 w 153292"/>
                <a:gd name="connsiteY3" fmla="*/ 80962 h 161924"/>
                <a:gd name="connsiteX4" fmla="*/ 65408 w 153292"/>
                <a:gd name="connsiteY4" fmla="*/ 0 h 161924"/>
                <a:gd name="connsiteX5" fmla="*/ 0 w 153292"/>
                <a:gd name="connsiteY5" fmla="*/ 0 h 161924"/>
                <a:gd name="connsiteX6" fmla="*/ 25361 w 153292"/>
                <a:gd name="connsiteY6" fmla="*/ 0 h 161924"/>
                <a:gd name="connsiteX7" fmla="*/ 87884 w 153292"/>
                <a:gd name="connsiteY7" fmla="*/ 80962 h 161924"/>
                <a:gd name="connsiteX8" fmla="*/ 25361 w 153292"/>
                <a:gd name="connsiteY8" fmla="*/ 161924 h 161924"/>
                <a:gd name="connsiteX9" fmla="*/ 0 w 153292"/>
                <a:gd name="connsiteY9" fmla="*/ 161924 h 161924"/>
                <a:gd name="connsiteX10" fmla="*/ 62523 w 153292"/>
                <a:gd name="connsiteY10" fmla="*/ 80962 h 161924"/>
                <a:gd name="connsiteX11" fmla="*/ 0 w 153292"/>
                <a:gd name="connsiteY11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0 h 161924"/>
                <a:gd name="connsiteX4" fmla="*/ 0 w 153292"/>
                <a:gd name="connsiteY4" fmla="*/ 0 h 161924"/>
                <a:gd name="connsiteX5" fmla="*/ 25361 w 153292"/>
                <a:gd name="connsiteY5" fmla="*/ 0 h 161924"/>
                <a:gd name="connsiteX6" fmla="*/ 87884 w 153292"/>
                <a:gd name="connsiteY6" fmla="*/ 80962 h 161924"/>
                <a:gd name="connsiteX7" fmla="*/ 25361 w 153292"/>
                <a:gd name="connsiteY7" fmla="*/ 161924 h 161924"/>
                <a:gd name="connsiteX8" fmla="*/ 0 w 153292"/>
                <a:gd name="connsiteY8" fmla="*/ 161924 h 161924"/>
                <a:gd name="connsiteX9" fmla="*/ 62523 w 153292"/>
                <a:gd name="connsiteY9" fmla="*/ 80962 h 161924"/>
                <a:gd name="connsiteX10" fmla="*/ 0 w 153292"/>
                <a:gd name="connsiteY10" fmla="*/ 0 h 161924"/>
                <a:gd name="connsiteX0" fmla="*/ 65408 w 90769"/>
                <a:gd name="connsiteY0" fmla="*/ 0 h 161924"/>
                <a:gd name="connsiteX1" fmla="*/ 90769 w 90769"/>
                <a:gd name="connsiteY1" fmla="*/ 0 h 161924"/>
                <a:gd name="connsiteX2" fmla="*/ 65408 w 90769"/>
                <a:gd name="connsiteY2" fmla="*/ 0 h 161924"/>
                <a:gd name="connsiteX3" fmla="*/ 0 w 90769"/>
                <a:gd name="connsiteY3" fmla="*/ 0 h 161924"/>
                <a:gd name="connsiteX4" fmla="*/ 25361 w 90769"/>
                <a:gd name="connsiteY4" fmla="*/ 0 h 161924"/>
                <a:gd name="connsiteX5" fmla="*/ 87884 w 90769"/>
                <a:gd name="connsiteY5" fmla="*/ 80962 h 161924"/>
                <a:gd name="connsiteX6" fmla="*/ 25361 w 90769"/>
                <a:gd name="connsiteY6" fmla="*/ 161924 h 161924"/>
                <a:gd name="connsiteX7" fmla="*/ 0 w 90769"/>
                <a:gd name="connsiteY7" fmla="*/ 161924 h 161924"/>
                <a:gd name="connsiteX8" fmla="*/ 62523 w 90769"/>
                <a:gd name="connsiteY8" fmla="*/ 80962 h 161924"/>
                <a:gd name="connsiteX9" fmla="*/ 0 w 90769"/>
                <a:gd name="connsiteY9" fmla="*/ 0 h 161924"/>
                <a:gd name="connsiteX0" fmla="*/ 0 w 87883"/>
                <a:gd name="connsiteY0" fmla="*/ 0 h 161924"/>
                <a:gd name="connsiteX1" fmla="*/ 25361 w 87883"/>
                <a:gd name="connsiteY1" fmla="*/ 0 h 161924"/>
                <a:gd name="connsiteX2" fmla="*/ 87884 w 87883"/>
                <a:gd name="connsiteY2" fmla="*/ 80962 h 161924"/>
                <a:gd name="connsiteX3" fmla="*/ 25361 w 87883"/>
                <a:gd name="connsiteY3" fmla="*/ 161924 h 161924"/>
                <a:gd name="connsiteX4" fmla="*/ 0 w 87883"/>
                <a:gd name="connsiteY4" fmla="*/ 161924 h 161924"/>
                <a:gd name="connsiteX5" fmla="*/ 62523 w 87883"/>
                <a:gd name="connsiteY5" fmla="*/ 80962 h 161924"/>
                <a:gd name="connsiteX6" fmla="*/ 0 w 87883"/>
                <a:gd name="connsiteY6" fmla="*/ 0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883" h="161924"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alpha val="2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26" name="&lt; bac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8F689E3-AC58-0FB1-35EF-B3CD436E1FB5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13460314" y="7124849"/>
              <a:ext cx="71421" cy="135423"/>
            </a:xfrm>
            <a:custGeom>
              <a:avLst/>
              <a:gdLst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90769 w 153292"/>
                <a:gd name="connsiteY3" fmla="*/ 161924 h 161924"/>
                <a:gd name="connsiteX4" fmla="*/ 65408 w 153292"/>
                <a:gd name="connsiteY4" fmla="*/ 161924 h 161924"/>
                <a:gd name="connsiteX5" fmla="*/ 127931 w 153292"/>
                <a:gd name="connsiteY5" fmla="*/ 80962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161924 h 161924"/>
                <a:gd name="connsiteX4" fmla="*/ 127931 w 153292"/>
                <a:gd name="connsiteY4" fmla="*/ 80962 h 161924"/>
                <a:gd name="connsiteX5" fmla="*/ 65408 w 153292"/>
                <a:gd name="connsiteY5" fmla="*/ 0 h 161924"/>
                <a:gd name="connsiteX6" fmla="*/ 0 w 153292"/>
                <a:gd name="connsiteY6" fmla="*/ 0 h 161924"/>
                <a:gd name="connsiteX7" fmla="*/ 25361 w 153292"/>
                <a:gd name="connsiteY7" fmla="*/ 0 h 161924"/>
                <a:gd name="connsiteX8" fmla="*/ 87884 w 153292"/>
                <a:gd name="connsiteY8" fmla="*/ 80962 h 161924"/>
                <a:gd name="connsiteX9" fmla="*/ 25361 w 153292"/>
                <a:gd name="connsiteY9" fmla="*/ 161924 h 161924"/>
                <a:gd name="connsiteX10" fmla="*/ 0 w 153292"/>
                <a:gd name="connsiteY10" fmla="*/ 161924 h 161924"/>
                <a:gd name="connsiteX11" fmla="*/ 62523 w 153292"/>
                <a:gd name="connsiteY11" fmla="*/ 80962 h 161924"/>
                <a:gd name="connsiteX12" fmla="*/ 0 w 153292"/>
                <a:gd name="connsiteY12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127931 w 153292"/>
                <a:gd name="connsiteY3" fmla="*/ 80962 h 161924"/>
                <a:gd name="connsiteX4" fmla="*/ 65408 w 153292"/>
                <a:gd name="connsiteY4" fmla="*/ 0 h 161924"/>
                <a:gd name="connsiteX5" fmla="*/ 0 w 153292"/>
                <a:gd name="connsiteY5" fmla="*/ 0 h 161924"/>
                <a:gd name="connsiteX6" fmla="*/ 25361 w 153292"/>
                <a:gd name="connsiteY6" fmla="*/ 0 h 161924"/>
                <a:gd name="connsiteX7" fmla="*/ 87884 w 153292"/>
                <a:gd name="connsiteY7" fmla="*/ 80962 h 161924"/>
                <a:gd name="connsiteX8" fmla="*/ 25361 w 153292"/>
                <a:gd name="connsiteY8" fmla="*/ 161924 h 161924"/>
                <a:gd name="connsiteX9" fmla="*/ 0 w 153292"/>
                <a:gd name="connsiteY9" fmla="*/ 161924 h 161924"/>
                <a:gd name="connsiteX10" fmla="*/ 62523 w 153292"/>
                <a:gd name="connsiteY10" fmla="*/ 80962 h 161924"/>
                <a:gd name="connsiteX11" fmla="*/ 0 w 153292"/>
                <a:gd name="connsiteY11" fmla="*/ 0 h 161924"/>
                <a:gd name="connsiteX0" fmla="*/ 65408 w 153292"/>
                <a:gd name="connsiteY0" fmla="*/ 0 h 161924"/>
                <a:gd name="connsiteX1" fmla="*/ 90769 w 153292"/>
                <a:gd name="connsiteY1" fmla="*/ 0 h 161924"/>
                <a:gd name="connsiteX2" fmla="*/ 153292 w 153292"/>
                <a:gd name="connsiteY2" fmla="*/ 80962 h 161924"/>
                <a:gd name="connsiteX3" fmla="*/ 65408 w 153292"/>
                <a:gd name="connsiteY3" fmla="*/ 0 h 161924"/>
                <a:gd name="connsiteX4" fmla="*/ 0 w 153292"/>
                <a:gd name="connsiteY4" fmla="*/ 0 h 161924"/>
                <a:gd name="connsiteX5" fmla="*/ 25361 w 153292"/>
                <a:gd name="connsiteY5" fmla="*/ 0 h 161924"/>
                <a:gd name="connsiteX6" fmla="*/ 87884 w 153292"/>
                <a:gd name="connsiteY6" fmla="*/ 80962 h 161924"/>
                <a:gd name="connsiteX7" fmla="*/ 25361 w 153292"/>
                <a:gd name="connsiteY7" fmla="*/ 161924 h 161924"/>
                <a:gd name="connsiteX8" fmla="*/ 0 w 153292"/>
                <a:gd name="connsiteY8" fmla="*/ 161924 h 161924"/>
                <a:gd name="connsiteX9" fmla="*/ 62523 w 153292"/>
                <a:gd name="connsiteY9" fmla="*/ 80962 h 161924"/>
                <a:gd name="connsiteX10" fmla="*/ 0 w 153292"/>
                <a:gd name="connsiteY10" fmla="*/ 0 h 161924"/>
                <a:gd name="connsiteX0" fmla="*/ 65408 w 90769"/>
                <a:gd name="connsiteY0" fmla="*/ 0 h 161924"/>
                <a:gd name="connsiteX1" fmla="*/ 90769 w 90769"/>
                <a:gd name="connsiteY1" fmla="*/ 0 h 161924"/>
                <a:gd name="connsiteX2" fmla="*/ 65408 w 90769"/>
                <a:gd name="connsiteY2" fmla="*/ 0 h 161924"/>
                <a:gd name="connsiteX3" fmla="*/ 0 w 90769"/>
                <a:gd name="connsiteY3" fmla="*/ 0 h 161924"/>
                <a:gd name="connsiteX4" fmla="*/ 25361 w 90769"/>
                <a:gd name="connsiteY4" fmla="*/ 0 h 161924"/>
                <a:gd name="connsiteX5" fmla="*/ 87884 w 90769"/>
                <a:gd name="connsiteY5" fmla="*/ 80962 h 161924"/>
                <a:gd name="connsiteX6" fmla="*/ 25361 w 90769"/>
                <a:gd name="connsiteY6" fmla="*/ 161924 h 161924"/>
                <a:gd name="connsiteX7" fmla="*/ 0 w 90769"/>
                <a:gd name="connsiteY7" fmla="*/ 161924 h 161924"/>
                <a:gd name="connsiteX8" fmla="*/ 62523 w 90769"/>
                <a:gd name="connsiteY8" fmla="*/ 80962 h 161924"/>
                <a:gd name="connsiteX9" fmla="*/ 0 w 90769"/>
                <a:gd name="connsiteY9" fmla="*/ 0 h 161924"/>
                <a:gd name="connsiteX0" fmla="*/ 0 w 87883"/>
                <a:gd name="connsiteY0" fmla="*/ 0 h 161924"/>
                <a:gd name="connsiteX1" fmla="*/ 25361 w 87883"/>
                <a:gd name="connsiteY1" fmla="*/ 0 h 161924"/>
                <a:gd name="connsiteX2" fmla="*/ 87884 w 87883"/>
                <a:gd name="connsiteY2" fmla="*/ 80962 h 161924"/>
                <a:gd name="connsiteX3" fmla="*/ 25361 w 87883"/>
                <a:gd name="connsiteY3" fmla="*/ 161924 h 161924"/>
                <a:gd name="connsiteX4" fmla="*/ 0 w 87883"/>
                <a:gd name="connsiteY4" fmla="*/ 161924 h 161924"/>
                <a:gd name="connsiteX5" fmla="*/ 62523 w 87883"/>
                <a:gd name="connsiteY5" fmla="*/ 80962 h 161924"/>
                <a:gd name="connsiteX6" fmla="*/ 0 w 87883"/>
                <a:gd name="connsiteY6" fmla="*/ 0 h 161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883" h="161924">
                  <a:moveTo>
                    <a:pt x="0" y="0"/>
                  </a:moveTo>
                  <a:lnTo>
                    <a:pt x="25361" y="0"/>
                  </a:lnTo>
                  <a:lnTo>
                    <a:pt x="87884" y="80962"/>
                  </a:lnTo>
                  <a:lnTo>
                    <a:pt x="25361" y="161924"/>
                  </a:lnTo>
                  <a:lnTo>
                    <a:pt x="0" y="161924"/>
                  </a:lnTo>
                  <a:lnTo>
                    <a:pt x="62523" y="80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635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alpha val="2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orward link">
              <a:hlinkClick r:id="" action="ppaction://hlinkshowjump?jump=firstslide"/>
              <a:extLst>
                <a:ext uri="{FF2B5EF4-FFF2-40B4-BE49-F238E27FC236}">
                  <a16:creationId xmlns:a16="http://schemas.microsoft.com/office/drawing/2014/main" id="{3C7BB7A0-774B-F090-8238-29E552AD626F}"/>
                </a:ext>
              </a:extLst>
            </p:cNvPr>
            <p:cNvSpPr/>
            <p:nvPr userDrawn="1"/>
          </p:nvSpPr>
          <p:spPr>
            <a:xfrm>
              <a:off x="13210520" y="6947818"/>
              <a:ext cx="569116" cy="540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0" tIns="72000" rIns="0" bIns="72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378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#1</a:t>
              </a:r>
            </a:p>
          </p:txBody>
        </p:sp>
        <p:sp>
          <p:nvSpPr>
            <p:cNvPr id="28" name="back link">
              <a:hlinkClick r:id="" action="ppaction://hlinkshowjump?jump=endshow"/>
              <a:extLst>
                <a:ext uri="{FF2B5EF4-FFF2-40B4-BE49-F238E27FC236}">
                  <a16:creationId xmlns:a16="http://schemas.microsoft.com/office/drawing/2014/main" id="{6EEFA609-5D55-7671-7381-B31E7AAE978F}"/>
                </a:ext>
              </a:extLst>
            </p:cNvPr>
            <p:cNvSpPr/>
            <p:nvPr userDrawn="1"/>
          </p:nvSpPr>
          <p:spPr>
            <a:xfrm>
              <a:off x="7232066" y="6947818"/>
              <a:ext cx="1004521" cy="540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0" tIns="72000" rIns="0" bIns="72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378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br>
                <a:rPr kumimoji="0" lang="en-GB" sz="1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</a:br>
              <a:endParaRPr kumimoji="0" lang="en-GB" sz="3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alpha val="2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  <a:p>
              <a:pPr marR="0" lvl="0" indent="0" algn="ctr" defTabSz="914378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close</a:t>
              </a:r>
            </a:p>
          </p:txBody>
        </p:sp>
        <p:sp>
          <p:nvSpPr>
            <p:cNvPr id="29" name="back link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E34CA283-8382-4602-1D51-4AA1A6B76006}"/>
                </a:ext>
              </a:extLst>
            </p:cNvPr>
            <p:cNvSpPr/>
            <p:nvPr userDrawn="1"/>
          </p:nvSpPr>
          <p:spPr>
            <a:xfrm>
              <a:off x="9834899" y="6947818"/>
              <a:ext cx="573745" cy="540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0" tIns="72000" rIns="0" bIns="72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previous</a:t>
              </a:r>
            </a:p>
          </p:txBody>
        </p:sp>
        <p:sp>
          <p:nvSpPr>
            <p:cNvPr id="30" name="forward link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D425854-8944-B703-3FB9-090F08C09051}"/>
                </a:ext>
              </a:extLst>
            </p:cNvPr>
            <p:cNvSpPr/>
            <p:nvPr userDrawn="1"/>
          </p:nvSpPr>
          <p:spPr>
            <a:xfrm>
              <a:off x="10661081" y="6947818"/>
              <a:ext cx="573745" cy="540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0" tIns="72000" rIns="0" bIns="72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31" name="back link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7D482B54-0364-E6B0-8654-C658F8D55744}"/>
                </a:ext>
              </a:extLst>
            </p:cNvPr>
            <p:cNvSpPr/>
            <p:nvPr userDrawn="1"/>
          </p:nvSpPr>
          <p:spPr>
            <a:xfrm>
              <a:off x="9006604" y="6947818"/>
              <a:ext cx="573745" cy="540000"/>
            </a:xfrm>
            <a:prstGeom prst="rect">
              <a:avLst/>
            </a:prstGeom>
            <a:solidFill>
              <a:srgbClr val="FFFF00">
                <a:alpha val="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none" lIns="0" tIns="72000" rIns="0" bIns="72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algn="ctr" defTabSz="914378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5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alpha val="20000"/>
                    </a:schemeClr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last visited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082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75" r:id="rId2"/>
    <p:sldLayoutId id="2147483676" r:id="rId3"/>
    <p:sldLayoutId id="2147483725" r:id="rId4"/>
    <p:sldLayoutId id="2147483774" r:id="rId5"/>
    <p:sldLayoutId id="2147483724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6" r:id="rId13"/>
    <p:sldLayoutId id="2147483735" r:id="rId16"/>
    <p:sldLayoutId id="2147483794" r:id="rId17"/>
    <p:sldLayoutId id="2147483762" r:id="rId18"/>
    <p:sldLayoutId id="2147483770" r:id="rId19"/>
    <p:sldLayoutId id="2147483761" r:id="rId20"/>
    <p:sldLayoutId id="2147483772" r:id="rId21"/>
    <p:sldLayoutId id="2147483760" r:id="rId22"/>
    <p:sldLayoutId id="2147483698" r:id="rId24"/>
    <p:sldLayoutId id="2147483764" r:id="rId26"/>
    <p:sldLayoutId id="2147483765" r:id="rId27"/>
    <p:sldLayoutId id="2147483768" r:id="rId29"/>
    <p:sldLayoutId id="2147483778" r:id="rId30"/>
    <p:sldLayoutId id="2147483780" r:id="rId31"/>
  </p:sldLayoutIdLst>
  <p:transition spd="slow">
    <p:fade/>
  </p:transition>
  <p:hf hdr="0" ftr="0" dt="0"/>
  <p:txStyles>
    <p:titleStyle>
      <a:lvl1pPr algn="l" defTabSz="457189" rtl="0" eaLnBrk="1" fontAlgn="base" hangingPunct="1">
        <a:spcBef>
          <a:spcPct val="0"/>
        </a:spcBef>
        <a:spcAft>
          <a:spcPct val="0"/>
        </a:spcAft>
        <a:defRPr sz="1800" b="0" kern="1200">
          <a:gradFill flip="none" rotWithShape="1">
            <a:gsLst>
              <a:gs pos="0">
                <a:srgbClr val="00529B"/>
              </a:gs>
              <a:gs pos="100000">
                <a:srgbClr val="0588FF"/>
              </a:gs>
            </a:gsLst>
            <a:lin ang="18900000" scaled="1"/>
            <a:tileRect/>
          </a:gradFill>
          <a:latin typeface="+mn-lt"/>
          <a:ea typeface="ヒラギノ角ゴ Pro W3" charset="0"/>
          <a:cs typeface="Arial"/>
        </a:defRPr>
      </a:lvl1pPr>
      <a:lvl2pPr algn="l" defTabSz="457189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189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189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189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378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179384" indent="-179384" algn="l" defTabSz="457189" rtl="0" eaLnBrk="1" fontAlgn="base" hangingPunct="1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+mn-lt"/>
          <a:ea typeface="ヒラギノ角ゴ Pro W3" charset="0"/>
          <a:cs typeface="ヒラギノ角ゴ Pro W3" charset="0"/>
        </a:defRPr>
      </a:lvl1pPr>
      <a:lvl2pPr marL="458777" indent="-228594" algn="l" defTabSz="457189" rtl="0" eaLnBrk="1" fontAlgn="base" hangingPunct="1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Lucida Grande"/>
        <a:buChar char="-"/>
        <a:defRPr sz="16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2pPr>
      <a:lvl3pPr marL="630222" indent="-171446" algn="l" defTabSz="457189" rtl="0" eaLnBrk="1" fontAlgn="base" hangingPunct="1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Arial" charset="0"/>
        <a:buChar char="•"/>
        <a:defRPr sz="16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3pPr>
      <a:lvl4pPr marL="893741" indent="-209545" algn="l" defTabSz="457189" rtl="0" eaLnBrk="1" fontAlgn="base" hangingPunct="1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Lucida Grande"/>
        <a:buChar char="-"/>
        <a:defRPr sz="14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4pPr>
      <a:lvl5pPr marL="1073123" indent="-160334" algn="l" defTabSz="457189" rtl="0" eaLnBrk="1" fontAlgn="base" hangingPunct="1">
        <a:lnSpc>
          <a:spcPct val="90000"/>
        </a:lnSpc>
        <a:spcBef>
          <a:spcPct val="0"/>
        </a:spcBef>
        <a:spcAft>
          <a:spcPts val="600"/>
        </a:spcAft>
        <a:buClr>
          <a:schemeClr val="tx1"/>
        </a:buClr>
        <a:buFont typeface="Arial" charset="0"/>
        <a:buChar char="•"/>
        <a:defRPr sz="14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33" userDrawn="1">
          <p15:clr>
            <a:srgbClr val="F26B43"/>
          </p15:clr>
        </p15:guide>
        <p15:guide id="2" pos="272" userDrawn="1">
          <p15:clr>
            <a:srgbClr val="F26B43"/>
          </p15:clr>
        </p15:guide>
        <p15:guide id="3" pos="5488" userDrawn="1">
          <p15:clr>
            <a:srgbClr val="F26B43"/>
          </p15:clr>
        </p15:guide>
        <p15:guide id="4" orient="horz" pos="475" userDrawn="1">
          <p15:clr>
            <a:srgbClr val="F26B43"/>
          </p15:clr>
        </p15:guide>
        <p15:guide id="5" pos="90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98e6023e8ffcce5742ddde1805ec816316753c8"/>
</p:tagLst>
</file>

<file path=ppt/theme/theme1.xml><?xml version="1.0" encoding="utf-8"?>
<a:theme xmlns:a="http://schemas.openxmlformats.org/drawingml/2006/main" name="FRQ_CORP 2024">
  <a:themeElements>
    <a:clrScheme name="FRQ-new">
      <a:dk1>
        <a:srgbClr val="004182"/>
      </a:dk1>
      <a:lt1>
        <a:srgbClr val="FFFFFF"/>
      </a:lt1>
      <a:dk2>
        <a:srgbClr val="626469"/>
      </a:dk2>
      <a:lt2>
        <a:srgbClr val="333333"/>
      </a:lt2>
      <a:accent1>
        <a:srgbClr val="9FA0A3"/>
      </a:accent1>
      <a:accent2>
        <a:srgbClr val="C9C3BA"/>
      </a:accent2>
      <a:accent3>
        <a:srgbClr val="00AAE1"/>
      </a:accent3>
      <a:accent4>
        <a:srgbClr val="F0A51E"/>
      </a:accent4>
      <a:accent5>
        <a:srgbClr val="73B432"/>
      </a:accent5>
      <a:accent6>
        <a:srgbClr val="A52846"/>
      </a:accent6>
      <a:hlink>
        <a:srgbClr val="0038A8"/>
      </a:hlink>
      <a:folHlink>
        <a:srgbClr val="626469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  <a:miter lim="800000"/>
        </a:ln>
        <a:effectLst/>
      </a:spPr>
      <a:bodyPr tIns="90000" rIns="72000" bIns="72000" rtlCol="0" anchor="t" anchorCtr="0"/>
      <a:lstStyle>
        <a:defPPr algn="l" fontAlgn="auto">
          <a:lnSpc>
            <a:spcPct val="90000"/>
          </a:lnSpc>
          <a:spcBef>
            <a:spcPts val="0"/>
          </a:spcBef>
          <a:spcAft>
            <a:spcPts val="600"/>
          </a:spcAft>
          <a:defRPr sz="1400" dirty="0" smtClean="0">
            <a:solidFill>
              <a:schemeClr val="bg2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sq" cmpd="sng">
          <a:solidFill>
            <a:schemeClr val="tx2"/>
          </a:solidFill>
          <a:miter lim="800000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Aft>
            <a:spcPts val="600"/>
          </a:spcAft>
          <a:defRPr sz="1400" dirty="0" err="1" smtClean="0">
            <a:solidFill>
              <a:schemeClr val="bg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S000862_EN_V3_0_FRQ-PPT-Essentials.pptx  -  Read-Only" id="{96E1A70B-A121-4C43-BBD5-103EA14CBAB3}" vid="{CBCCC398-492F-4CEC-9746-FC2FAE8B9F38}"/>
    </a:ext>
  </a:extLst>
</a:theme>
</file>

<file path=ppt/theme/theme2.xml><?xml version="1.0" encoding="utf-8"?>
<a:theme xmlns:a="http://schemas.openxmlformats.org/drawingml/2006/main" name="Larissa">
  <a:themeElements>
    <a:clrScheme name="FREQUENTIS-new">
      <a:dk1>
        <a:srgbClr val="004182"/>
      </a:dk1>
      <a:lt1>
        <a:srgbClr val="FFFFFF"/>
      </a:lt1>
      <a:dk2>
        <a:srgbClr val="626469"/>
      </a:dk2>
      <a:lt2>
        <a:srgbClr val="333333"/>
      </a:lt2>
      <a:accent1>
        <a:srgbClr val="9FA0A3"/>
      </a:accent1>
      <a:accent2>
        <a:srgbClr val="C9C3BA"/>
      </a:accent2>
      <a:accent3>
        <a:srgbClr val="00AAE1"/>
      </a:accent3>
      <a:accent4>
        <a:srgbClr val="F0A51E"/>
      </a:accent4>
      <a:accent5>
        <a:srgbClr val="73B432"/>
      </a:accent5>
      <a:accent6>
        <a:srgbClr val="A52846"/>
      </a:accent6>
      <a:hlink>
        <a:srgbClr val="0038A8"/>
      </a:hlink>
      <a:folHlink>
        <a:srgbClr val="626469"/>
      </a:folHlink>
    </a:clrScheme>
    <a:fontScheme name="Frequent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FREQUENTIS-new">
      <a:dk1>
        <a:srgbClr val="004182"/>
      </a:dk1>
      <a:lt1>
        <a:srgbClr val="FFFFFF"/>
      </a:lt1>
      <a:dk2>
        <a:srgbClr val="626469"/>
      </a:dk2>
      <a:lt2>
        <a:srgbClr val="333333"/>
      </a:lt2>
      <a:accent1>
        <a:srgbClr val="9FA0A3"/>
      </a:accent1>
      <a:accent2>
        <a:srgbClr val="C9C3BA"/>
      </a:accent2>
      <a:accent3>
        <a:srgbClr val="00AAE1"/>
      </a:accent3>
      <a:accent4>
        <a:srgbClr val="F0A51E"/>
      </a:accent4>
      <a:accent5>
        <a:srgbClr val="73B432"/>
      </a:accent5>
      <a:accent6>
        <a:srgbClr val="A52846"/>
      </a:accent6>
      <a:hlink>
        <a:srgbClr val="0038A8"/>
      </a:hlink>
      <a:folHlink>
        <a:srgbClr val="626469"/>
      </a:folHlink>
    </a:clrScheme>
    <a:fontScheme name="Frequent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 Powerpoint Essentials</Template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Frequentis presentation template (slim core)</dc:title>
  <dc:creator/>
  <cp:lastModifiedBy/>
  <cp:revision>1</cp:revision>
  <dcterms:created xsi:type="dcterms:W3CDTF">2026-10-09T00:00:00Z</dcterms:created>
  <dcterms:modified xsi:type="dcterms:W3CDTF">2026-10-09T00:00:00Z</dcterms:modified>
</cp:coreProperties>
</file>